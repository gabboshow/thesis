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sldIdLst>
    <p:sldId id="264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FFFF"/>
    <a:srgbClr val="D2462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7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5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4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9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4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6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4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3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flipH="1" flipV="1">
            <a:off x="0" y="0"/>
            <a:ext cx="12192000" cy="6858000"/>
          </a:xfrm>
          <a:prstGeom prst="rect">
            <a:avLst/>
          </a:prstGeom>
          <a:gradFill>
            <a:gsLst>
              <a:gs pos="57054">
                <a:srgbClr val="EEEEEE"/>
              </a:gs>
              <a:gs pos="0">
                <a:schemeClr val="bg1"/>
              </a:gs>
              <a:gs pos="74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4453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slideLayout" Target="../slideLayouts/slideLayout7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6" name="OTLSHAPE_TB_00000000000000000000000000000000_LeftEndCaps"/>
          <p:cNvSpPr txBox="1"/>
          <p:nvPr>
            <p:custDataLst>
              <p:tags r:id="rId2"/>
            </p:custDataLst>
          </p:nvPr>
        </p:nvSpPr>
        <p:spPr>
          <a:xfrm>
            <a:off x="254000" y="2965619"/>
            <a:ext cx="4445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2015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47" name="OTLSHAPE_TB_00000000000000000000000000000000_RightEndCaps"/>
          <p:cNvSpPr txBox="1"/>
          <p:nvPr>
            <p:custDataLst>
              <p:tags r:id="rId3"/>
            </p:custDataLst>
          </p:nvPr>
        </p:nvSpPr>
        <p:spPr>
          <a:xfrm>
            <a:off x="11485880" y="2965619"/>
            <a:ext cx="457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2016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49" name="OTLSHAPE_TB_00000000000000000000000000000000_ScaleContainer"/>
          <p:cNvSpPr/>
          <p:nvPr>
            <p:custDataLst>
              <p:tags r:id="rId4"/>
            </p:custDataLst>
          </p:nvPr>
        </p:nvSpPr>
        <p:spPr>
          <a:xfrm>
            <a:off x="822960" y="2914650"/>
            <a:ext cx="10541000" cy="3810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44546A"/>
              </a:gs>
              <a:gs pos="0">
                <a:schemeClr val="dk2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1" name="OTLSHAPE_TB_00000000000000000000000000000000_ElapsedTime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oundRect">
            <a:avLst>
              <a:gd name="adj" fmla="val 100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2" name="OTLSHAPE_TB_00000000000000000000000000000000_TodayMarkerShape" hidden="1"/>
          <p:cNvSpPr/>
          <p:nvPr>
            <p:custDataLst>
              <p:tags r:id="rId6"/>
            </p:custDataLst>
          </p:nvPr>
        </p:nvSpPr>
        <p:spPr>
          <a:xfrm>
            <a:off x="933631" y="3295650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4" name="OTLSHAPE_TB_00000000000000000000000000000000_TodayMarkerText" hidden="1"/>
          <p:cNvSpPr txBox="1"/>
          <p:nvPr>
            <p:custDataLst>
              <p:tags r:id="rId7"/>
            </p:custDataLst>
          </p:nvPr>
        </p:nvSpPr>
        <p:spPr>
          <a:xfrm>
            <a:off x="988060" y="3422650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US" sz="8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856" name="OTLSHAPE_TB_00000000000000000000000000000000_TimescaleInterval1"/>
          <p:cNvSpPr txBox="1"/>
          <p:nvPr>
            <p:custDataLst>
              <p:tags r:id="rId8"/>
            </p:custDataLst>
          </p:nvPr>
        </p:nvSpPr>
        <p:spPr>
          <a:xfrm>
            <a:off x="1051560" y="3012123"/>
            <a:ext cx="279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Nov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58" name="OTLSHAPE_TB_00000000000000000000000000000000_Separator1"/>
          <p:cNvCxnSpPr/>
          <p:nvPr>
            <p:custDataLst>
              <p:tags r:id="rId9"/>
            </p:custDataLst>
          </p:nvPr>
        </p:nvCxnSpPr>
        <p:spPr>
          <a:xfrm>
            <a:off x="2134354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0" name="OTLSHAPE_TB_00000000000000000000000000000000_TimescaleInterval2"/>
          <p:cNvSpPr txBox="1"/>
          <p:nvPr>
            <p:custDataLst>
              <p:tags r:id="rId10"/>
            </p:custDataLst>
          </p:nvPr>
        </p:nvSpPr>
        <p:spPr>
          <a:xfrm>
            <a:off x="2197854" y="3012123"/>
            <a:ext cx="321227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Dec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1" name="OTLSHAPE_TB_00000000000000000000000000000000_Separator2"/>
          <p:cNvCxnSpPr/>
          <p:nvPr>
            <p:custDataLst>
              <p:tags r:id="rId11"/>
            </p:custDataLst>
          </p:nvPr>
        </p:nvCxnSpPr>
        <p:spPr>
          <a:xfrm>
            <a:off x="3243672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3" name="OTLSHAPE_TB_00000000000000000000000000000000_TimescaleInterval3"/>
          <p:cNvSpPr txBox="1"/>
          <p:nvPr>
            <p:custDataLst>
              <p:tags r:id="rId12"/>
            </p:custDataLst>
          </p:nvPr>
        </p:nvSpPr>
        <p:spPr>
          <a:xfrm>
            <a:off x="3307172" y="3012124"/>
            <a:ext cx="251816" cy="17931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Jan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4" name="OTLSHAPE_TB_00000000000000000000000000000000_Separator3"/>
          <p:cNvCxnSpPr/>
          <p:nvPr>
            <p:custDataLst>
              <p:tags r:id="rId13"/>
            </p:custDataLst>
          </p:nvPr>
        </p:nvCxnSpPr>
        <p:spPr>
          <a:xfrm>
            <a:off x="4389967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6" name="OTLSHAPE_TB_00000000000000000000000000000000_TimescaleInterval4"/>
          <p:cNvSpPr txBox="1"/>
          <p:nvPr>
            <p:custDataLst>
              <p:tags r:id="rId14"/>
            </p:custDataLst>
          </p:nvPr>
        </p:nvSpPr>
        <p:spPr>
          <a:xfrm>
            <a:off x="4453467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Feb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8" name="OTLSHAPE_TB_00000000000000000000000000000000_Separator4"/>
          <p:cNvCxnSpPr/>
          <p:nvPr>
            <p:custDataLst>
              <p:tags r:id="rId15"/>
            </p:custDataLst>
          </p:nvPr>
        </p:nvCxnSpPr>
        <p:spPr>
          <a:xfrm>
            <a:off x="5536261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0" name="OTLSHAPE_TB_00000000000000000000000000000000_TimescaleInterval5"/>
          <p:cNvSpPr txBox="1"/>
          <p:nvPr>
            <p:custDataLst>
              <p:tags r:id="rId16"/>
            </p:custDataLst>
          </p:nvPr>
        </p:nvSpPr>
        <p:spPr>
          <a:xfrm>
            <a:off x="5599762" y="3012123"/>
            <a:ext cx="343838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Mar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1" name="OTLSHAPE_TB_00000000000000000000000000000000_Separator5"/>
          <p:cNvCxnSpPr/>
          <p:nvPr>
            <p:custDataLst>
              <p:tags r:id="rId17"/>
            </p:custDataLst>
          </p:nvPr>
        </p:nvCxnSpPr>
        <p:spPr>
          <a:xfrm>
            <a:off x="6645579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2" name="OTLSHAPE_TB_00000000000000000000000000000000_TimescaleInterval6"/>
          <p:cNvSpPr txBox="1"/>
          <p:nvPr>
            <p:custDataLst>
              <p:tags r:id="rId18"/>
            </p:custDataLst>
          </p:nvPr>
        </p:nvSpPr>
        <p:spPr>
          <a:xfrm>
            <a:off x="6709079" y="3012123"/>
            <a:ext cx="228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dirty="0" smtClean="0">
                <a:solidFill>
                  <a:schemeClr val="lt2"/>
                </a:solidFill>
                <a:latin typeface="Calibri" panose="020F0502020204030204" pitchFamily="34" charset="0"/>
              </a:rPr>
              <a:t>Apr</a:t>
            </a:r>
            <a:endParaRPr lang="en-US" sz="1200" spc="-22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3" name="OTLSHAPE_TB_00000000000000000000000000000000_Separator6"/>
          <p:cNvCxnSpPr/>
          <p:nvPr>
            <p:custDataLst>
              <p:tags r:id="rId19"/>
            </p:custDataLst>
          </p:nvPr>
        </p:nvCxnSpPr>
        <p:spPr>
          <a:xfrm>
            <a:off x="7791873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4" name="OTLSHAPE_TB_00000000000000000000000000000000_TimescaleInterval7"/>
          <p:cNvSpPr txBox="1"/>
          <p:nvPr>
            <p:custDataLst>
              <p:tags r:id="rId20"/>
            </p:custDataLst>
          </p:nvPr>
        </p:nvSpPr>
        <p:spPr>
          <a:xfrm>
            <a:off x="7855373" y="3012123"/>
            <a:ext cx="392155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May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5" name="OTLSHAPE_TB_00000000000000000000000000000000_Separator7"/>
          <p:cNvCxnSpPr/>
          <p:nvPr>
            <p:custDataLst>
              <p:tags r:id="rId21"/>
            </p:custDataLst>
          </p:nvPr>
        </p:nvCxnSpPr>
        <p:spPr>
          <a:xfrm>
            <a:off x="8901191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6" name="OTLSHAPE_TB_00000000000000000000000000000000_TimescaleInterval8"/>
          <p:cNvSpPr txBox="1"/>
          <p:nvPr>
            <p:custDataLst>
              <p:tags r:id="rId22"/>
            </p:custDataLst>
          </p:nvPr>
        </p:nvSpPr>
        <p:spPr>
          <a:xfrm>
            <a:off x="8964691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dirty="0" smtClean="0">
                <a:solidFill>
                  <a:schemeClr val="lt2"/>
                </a:solidFill>
                <a:latin typeface="Calibri" panose="020F0502020204030204" pitchFamily="34" charset="0"/>
              </a:rPr>
              <a:t>Jun</a:t>
            </a:r>
            <a:endParaRPr lang="en-US" sz="1200" spc="-22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7" name="OTLSHAPE_TB_00000000000000000000000000000000_Separator8"/>
          <p:cNvCxnSpPr/>
          <p:nvPr>
            <p:custDataLst>
              <p:tags r:id="rId23"/>
            </p:custDataLst>
          </p:nvPr>
        </p:nvCxnSpPr>
        <p:spPr>
          <a:xfrm>
            <a:off x="10047485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8" name="OTLSHAPE_TB_00000000000000000000000000000000_TimescaleInterval9"/>
          <p:cNvSpPr txBox="1"/>
          <p:nvPr>
            <p:custDataLst>
              <p:tags r:id="rId24"/>
            </p:custDataLst>
          </p:nvPr>
        </p:nvSpPr>
        <p:spPr>
          <a:xfrm>
            <a:off x="10110986" y="3012123"/>
            <a:ext cx="317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2016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8883" name="OTLSHAPE_M_a58f29487c0343c08abcf41913e40cae_Title"/>
          <p:cNvSpPr txBox="1"/>
          <p:nvPr>
            <p:custDataLst>
              <p:tags r:id="rId25"/>
            </p:custDataLst>
          </p:nvPr>
        </p:nvSpPr>
        <p:spPr>
          <a:xfrm>
            <a:off x="1511355" y="356462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1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84" name="OTLSHAPE_M_a58f29487c0343c08abcf41913e40cae_Date"/>
          <p:cNvSpPr txBox="1"/>
          <p:nvPr>
            <p:custDataLst>
              <p:tags r:id="rId26"/>
            </p:custDataLst>
          </p:nvPr>
        </p:nvSpPr>
        <p:spPr>
          <a:xfrm>
            <a:off x="1511354" y="512055"/>
            <a:ext cx="257748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20 Submit revised version paper </a:t>
            </a:r>
            <a:r>
              <a:rPr lang="en-US" sz="1000" spc="-8" dirty="0" err="1" smtClean="0">
                <a:solidFill>
                  <a:srgbClr val="7F7F7F"/>
                </a:solidFill>
                <a:latin typeface="Calibri" panose="020F0502020204030204" pitchFamily="34" charset="0"/>
              </a:rPr>
              <a:t>Plos</a:t>
            </a:r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 One</a:t>
            </a:r>
            <a:endParaRPr lang="en-US" sz="1000" spc="-8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cxnSp>
        <p:nvCxnSpPr>
          <p:cNvPr id="8879" name="OTLSHAPE_M_a58f29487c0343c08abcf41913e40cae_Connector1"/>
          <p:cNvCxnSpPr/>
          <p:nvPr>
            <p:custDataLst>
              <p:tags r:id="rId27"/>
            </p:custDataLst>
          </p:nvPr>
        </p:nvCxnSpPr>
        <p:spPr>
          <a:xfrm>
            <a:off x="1327205" y="421576"/>
            <a:ext cx="0" cy="2493074"/>
          </a:xfrm>
          <a:prstGeom prst="line">
            <a:avLst/>
          </a:prstGeom>
          <a:ln w="9525" cap="flat" cmpd="sng" algn="ctr">
            <a:solidFill>
              <a:srgbClr val="0072B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5" name="OTLSHAPE_M_a58f29487c0343c08abcf41913e40cae_Shape"/>
          <p:cNvSpPr/>
          <p:nvPr>
            <p:custDataLst>
              <p:tags r:id="rId28"/>
            </p:custDataLst>
          </p:nvPr>
        </p:nvSpPr>
        <p:spPr>
          <a:xfrm rot="16200000">
            <a:off x="1352605" y="402042"/>
            <a:ext cx="165100" cy="165100"/>
          </a:xfrm>
          <a:prstGeom prst="flowChartMerge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6" name="OTLSHAPE_M_52743de8bb6d4044896f473898fe9da7_Title"/>
          <p:cNvSpPr txBox="1"/>
          <p:nvPr>
            <p:custDataLst>
              <p:tags r:id="rId29"/>
            </p:custDataLst>
          </p:nvPr>
        </p:nvSpPr>
        <p:spPr>
          <a:xfrm>
            <a:off x="2341721" y="782165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2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87" name="OTLSHAPE_M_52743de8bb6d4044896f473898fe9da7_Date"/>
          <p:cNvSpPr txBox="1"/>
          <p:nvPr>
            <p:custDataLst>
              <p:tags r:id="rId30"/>
            </p:custDataLst>
          </p:nvPr>
        </p:nvSpPr>
        <p:spPr>
          <a:xfrm>
            <a:off x="2341720" y="937758"/>
            <a:ext cx="32228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 Submit paper to The Lancet</a:t>
            </a:r>
            <a:endParaRPr lang="en-US" sz="1000" spc="-8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888" name="OTLSHAPE_M_52743de8bb6d4044896f473898fe9da7_Shape"/>
          <p:cNvSpPr/>
          <p:nvPr>
            <p:custDataLst>
              <p:tags r:id="rId31"/>
            </p:custDataLst>
          </p:nvPr>
        </p:nvSpPr>
        <p:spPr>
          <a:xfrm rot="16200000">
            <a:off x="3805114" y="1581327"/>
            <a:ext cx="165100" cy="165100"/>
          </a:xfrm>
          <a:prstGeom prst="flowChartMerge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9" name="OTLSHAPE_M_a54bc827b05146d18b559f618723e2b4_Title"/>
          <p:cNvSpPr txBox="1"/>
          <p:nvPr>
            <p:custDataLst>
              <p:tags r:id="rId32"/>
            </p:custDataLst>
          </p:nvPr>
        </p:nvSpPr>
        <p:spPr>
          <a:xfrm>
            <a:off x="3931276" y="1521249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4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90" name="OTLSHAPE_M_a54bc827b05146d18b559f618723e2b4_Date"/>
          <p:cNvSpPr txBox="1"/>
          <p:nvPr>
            <p:custDataLst>
              <p:tags r:id="rId33"/>
            </p:custDataLst>
          </p:nvPr>
        </p:nvSpPr>
        <p:spPr>
          <a:xfrm>
            <a:off x="3952320" y="1676842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Jan 15 </a:t>
            </a:r>
            <a:r>
              <a:rPr lang="en-US" sz="1000" spc="-6" dirty="0">
                <a:solidFill>
                  <a:srgbClr val="7F7F7F"/>
                </a:solidFill>
                <a:latin typeface="Calibri" panose="020F0502020204030204" pitchFamily="34" charset="0"/>
              </a:rPr>
              <a:t>deadline Journal of Translational Engineering in Health and Medicine</a:t>
            </a:r>
          </a:p>
        </p:txBody>
      </p:sp>
      <p:sp>
        <p:nvSpPr>
          <p:cNvPr id="8640" name="OTLSHAPE_M_6a283b367375415b92b0e5fc4e16a0cc_Date" hidden="1"/>
          <p:cNvSpPr txBox="1"/>
          <p:nvPr>
            <p:custDataLst>
              <p:tags r:id="rId34"/>
            </p:custDataLst>
          </p:nvPr>
        </p:nvSpPr>
        <p:spPr>
          <a:xfrm>
            <a:off x="8013737" y="2439590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Nov 7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645" name="OTLSHAPE_M_7b0996464ffd4cd3a3b383ab1ba22438_Date" hidden="1"/>
          <p:cNvSpPr txBox="1"/>
          <p:nvPr>
            <p:custDataLst>
              <p:tags r:id="rId35"/>
            </p:custDataLst>
          </p:nvPr>
        </p:nvSpPr>
        <p:spPr>
          <a:xfrm>
            <a:off x="9603759" y="2730664"/>
            <a:ext cx="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Dec 20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654" name="OTLSHAPE_T_7c518fb37f2142bb8e0445920d0403b5_Shape"/>
          <p:cNvSpPr/>
          <p:nvPr>
            <p:custDataLst>
              <p:tags r:id="rId36"/>
            </p:custDataLst>
          </p:nvPr>
        </p:nvSpPr>
        <p:spPr>
          <a:xfrm>
            <a:off x="1633197" y="3498850"/>
            <a:ext cx="304800" cy="203200"/>
          </a:xfrm>
          <a:prstGeom prst="roundRect">
            <a:avLst>
              <a:gd name="adj" fmla="val 100000"/>
            </a:avLst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6" name="OTLSHAPE_T_7c518fb37f2142bb8e0445920d0403b5_ShapePercentage" hidden="1"/>
          <p:cNvSpPr/>
          <p:nvPr>
            <p:custDataLst>
              <p:tags r:id="rId37"/>
            </p:custDataLst>
          </p:nvPr>
        </p:nvSpPr>
        <p:spPr>
          <a:xfrm>
            <a:off x="4131126" y="34988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7" name="OTLSHAPE_T_7c518fb37f2142bb8e0445920d0403b5_Duration" hidden="1"/>
          <p:cNvSpPr txBox="1"/>
          <p:nvPr>
            <p:custDataLst>
              <p:tags r:id="rId38"/>
            </p:custDataLst>
          </p:nvPr>
        </p:nvSpPr>
        <p:spPr>
          <a:xfrm>
            <a:off x="0" y="3498850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59" name="OTLSHAPE_T_7c518fb37f2142bb8e0445920d0403b5_TextPercentage" hidden="1"/>
          <p:cNvSpPr txBox="1"/>
          <p:nvPr>
            <p:custDataLst>
              <p:tags r:id="rId39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61" name="OTLSHAPE_T_7c518fb37f2142bb8e0445920d0403b5_StartDate" hidden="1"/>
          <p:cNvSpPr txBox="1"/>
          <p:nvPr>
            <p:custDataLst>
              <p:tags r:id="rId40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2" name="OTLSHAPE_T_7c518fb37f2142bb8e0445920d0403b5_EndDate" hidden="1"/>
          <p:cNvSpPr txBox="1"/>
          <p:nvPr>
            <p:custDataLst>
              <p:tags r:id="rId41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3" name="OTLSHAPE_T_7c518fb37f2142bb8e0445920d0403b5_Title"/>
          <p:cNvSpPr txBox="1"/>
          <p:nvPr>
            <p:custDataLst>
              <p:tags r:id="rId42"/>
            </p:custDataLst>
          </p:nvPr>
        </p:nvSpPr>
        <p:spPr>
          <a:xfrm>
            <a:off x="981306" y="35229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0070C0"/>
                </a:solidFill>
                <a:latin typeface="Calibri" panose="020F0502020204030204" pitchFamily="34" charset="0"/>
              </a:rPr>
              <a:t>Task 1</a:t>
            </a:r>
            <a:endParaRPr lang="en-US" sz="1000" b="1" spc="-8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8664" name="OTLSHAPE_T_7c518fb37f2142bb8e0445920d0403b5_JoinedDate"/>
          <p:cNvSpPr txBox="1"/>
          <p:nvPr>
            <p:custDataLst>
              <p:tags r:id="rId43"/>
            </p:custDataLst>
          </p:nvPr>
        </p:nvSpPr>
        <p:spPr>
          <a:xfrm>
            <a:off x="1979814" y="3523506"/>
            <a:ext cx="2676092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20 - Revision complete, just submit the paper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6" name="OTLSHAPE_T_be3ae38f60b3402d8a13f1e91eec41f5_Shape"/>
          <p:cNvSpPr/>
          <p:nvPr>
            <p:custDataLst>
              <p:tags r:id="rId44"/>
            </p:custDataLst>
          </p:nvPr>
        </p:nvSpPr>
        <p:spPr>
          <a:xfrm>
            <a:off x="2471865" y="3765550"/>
            <a:ext cx="8890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7" name="OTLSHAPE_T_be3ae38f60b3402d8a13f1e91eec41f5_ShapePercentage" hidden="1"/>
          <p:cNvSpPr/>
          <p:nvPr>
            <p:custDataLst>
              <p:tags r:id="rId45"/>
            </p:custDataLst>
          </p:nvPr>
        </p:nvSpPr>
        <p:spPr>
          <a:xfrm>
            <a:off x="4907648" y="37655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8" name="OTLSHAPE_T_be3ae38f60b3402d8a13f1e91eec41f5_Duration" hidden="1"/>
          <p:cNvSpPr txBox="1"/>
          <p:nvPr>
            <p:custDataLst>
              <p:tags r:id="rId46"/>
            </p:custDataLst>
          </p:nvPr>
        </p:nvSpPr>
        <p:spPr>
          <a:xfrm>
            <a:off x="0" y="37655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16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69" name="OTLSHAPE_T_be3ae38f60b3402d8a13f1e91eec41f5_TextPercentage" hidden="1"/>
          <p:cNvSpPr txBox="1"/>
          <p:nvPr>
            <p:custDataLst>
              <p:tags r:id="rId47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71" name="OTLSHAPE_T_be3ae38f60b3402d8a13f1e91eec41f5_StartDate" hidden="1"/>
          <p:cNvSpPr txBox="1"/>
          <p:nvPr>
            <p:custDataLst>
              <p:tags r:id="rId48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2" name="OTLSHAPE_T_be3ae38f60b3402d8a13f1e91eec41f5_EndDate" hidden="1"/>
          <p:cNvSpPr txBox="1"/>
          <p:nvPr>
            <p:custDataLst>
              <p:tags r:id="rId49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3" name="OTLSHAPE_T_be3ae38f60b3402d8a13f1e91eec41f5_Title"/>
          <p:cNvSpPr txBox="1"/>
          <p:nvPr>
            <p:custDataLst>
              <p:tags r:id="rId50"/>
            </p:custDataLst>
          </p:nvPr>
        </p:nvSpPr>
        <p:spPr>
          <a:xfrm>
            <a:off x="1819974" y="37896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2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74" name="OTLSHAPE_T_be3ae38f60b3402d8a13f1e91eec41f5_JoinedDate"/>
          <p:cNvSpPr txBox="1"/>
          <p:nvPr>
            <p:custDataLst>
              <p:tags r:id="rId51"/>
            </p:custDataLst>
          </p:nvPr>
        </p:nvSpPr>
        <p:spPr>
          <a:xfrm>
            <a:off x="3410118" y="3790206"/>
            <a:ext cx="442383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19 – Nov 25 Modify the manuscript according to co-authors comment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5" name="OTLSHAPE_T_9aa183d65df24b0c8fecd0a002471583_Shape"/>
          <p:cNvSpPr/>
          <p:nvPr>
            <p:custDataLst>
              <p:tags r:id="rId52"/>
            </p:custDataLst>
          </p:nvPr>
        </p:nvSpPr>
        <p:spPr>
          <a:xfrm>
            <a:off x="2471865" y="4032250"/>
            <a:ext cx="12573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7" name="OTLSHAPE_T_9aa183d65df24b0c8fecd0a002471583_ShapePercentage" hidden="1"/>
          <p:cNvSpPr/>
          <p:nvPr>
            <p:custDataLst>
              <p:tags r:id="rId53"/>
            </p:custDataLst>
          </p:nvPr>
        </p:nvSpPr>
        <p:spPr>
          <a:xfrm>
            <a:off x="4907648" y="40322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8" name="OTLSHAPE_T_9aa183d65df24b0c8fecd0a002471583_Duration" hidden="1"/>
          <p:cNvSpPr txBox="1"/>
          <p:nvPr>
            <p:custDataLst>
              <p:tags r:id="rId54"/>
            </p:custDataLst>
          </p:nvPr>
        </p:nvSpPr>
        <p:spPr>
          <a:xfrm>
            <a:off x="0" y="40322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24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79" name="OTLSHAPE_T_9aa183d65df24b0c8fecd0a002471583_TextPercentage" hidden="1"/>
          <p:cNvSpPr txBox="1"/>
          <p:nvPr>
            <p:custDataLst>
              <p:tags r:id="rId55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0" name="OTLSHAPE_T_9aa183d65df24b0c8fecd0a002471583_StartDate" hidden="1"/>
          <p:cNvSpPr txBox="1"/>
          <p:nvPr>
            <p:custDataLst>
              <p:tags r:id="rId56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1" name="OTLSHAPE_T_9aa183d65df24b0c8fecd0a002471583_EndDate" hidden="1"/>
          <p:cNvSpPr txBox="1"/>
          <p:nvPr>
            <p:custDataLst>
              <p:tags r:id="rId57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3" name="OTLSHAPE_T_9aa183d65df24b0c8fecd0a002471583_Title"/>
          <p:cNvSpPr txBox="1"/>
          <p:nvPr>
            <p:custDataLst>
              <p:tags r:id="rId58"/>
            </p:custDataLst>
          </p:nvPr>
        </p:nvSpPr>
        <p:spPr>
          <a:xfrm>
            <a:off x="1819974" y="40563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3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84" name="OTLSHAPE_T_9aa183d65df24b0c8fecd0a002471583_JoinedDate"/>
          <p:cNvSpPr txBox="1"/>
          <p:nvPr>
            <p:custDataLst>
              <p:tags r:id="rId59"/>
            </p:custDataLst>
          </p:nvPr>
        </p:nvSpPr>
        <p:spPr>
          <a:xfrm>
            <a:off x="3779890" y="4056906"/>
            <a:ext cx="383181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>
                <a:solidFill>
                  <a:srgbClr val="7F7F7F"/>
                </a:solidFill>
                <a:latin typeface="Calibri" panose="020F0502020204030204" pitchFamily="34" charset="0"/>
              </a:rPr>
              <a:t>Nov </a:t>
            </a:r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25 Send paper to Bert and Martijn Spruit for final read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5" name="OTLSHAPE_T_06a6a20021ea4acdac20b41f7b37b0dd_Shape"/>
          <p:cNvSpPr/>
          <p:nvPr>
            <p:custDataLst>
              <p:tags r:id="rId60"/>
            </p:custDataLst>
          </p:nvPr>
        </p:nvSpPr>
        <p:spPr>
          <a:xfrm>
            <a:off x="2471865" y="4298950"/>
            <a:ext cx="1738354" cy="179113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6" name="OTLSHAPE_T_06a6a20021ea4acdac20b41f7b37b0dd_ShapePercentage" hidden="1"/>
          <p:cNvSpPr/>
          <p:nvPr>
            <p:custDataLst>
              <p:tags r:id="rId61"/>
            </p:custDataLst>
          </p:nvPr>
        </p:nvSpPr>
        <p:spPr>
          <a:xfrm>
            <a:off x="5795102" y="42989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7" name="OTLSHAPE_T_06a6a20021ea4acdac20b41f7b37b0dd_Duration" hidden="1"/>
          <p:cNvSpPr txBox="1"/>
          <p:nvPr>
            <p:custDataLst>
              <p:tags r:id="rId62"/>
            </p:custDataLst>
          </p:nvPr>
        </p:nvSpPr>
        <p:spPr>
          <a:xfrm>
            <a:off x="0" y="42989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17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8" name="OTLSHAPE_T_06a6a20021ea4acdac20b41f7b37b0dd_TextPercentage" hidden="1"/>
          <p:cNvSpPr txBox="1"/>
          <p:nvPr>
            <p:custDataLst>
              <p:tags r:id="rId63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9" name="OTLSHAPE_T_06a6a20021ea4acdac20b41f7b37b0dd_StartDate" hidden="1"/>
          <p:cNvSpPr txBox="1"/>
          <p:nvPr>
            <p:custDataLst>
              <p:tags r:id="rId64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0" name="OTLSHAPE_T_06a6a20021ea4acdac20b41f7b37b0dd_EndDate" hidden="1"/>
          <p:cNvSpPr txBox="1"/>
          <p:nvPr>
            <p:custDataLst>
              <p:tags r:id="rId65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2" name="OTLSHAPE_T_06a6a20021ea4acdac20b41f7b37b0dd_Title"/>
          <p:cNvSpPr txBox="1"/>
          <p:nvPr>
            <p:custDataLst>
              <p:tags r:id="rId66"/>
            </p:custDataLst>
          </p:nvPr>
        </p:nvSpPr>
        <p:spPr>
          <a:xfrm>
            <a:off x="1819893" y="4323038"/>
            <a:ext cx="609600" cy="1550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4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93" name="OTLSHAPE_T_06a6a20021ea4acdac20b41f7b37b0dd_JoinedDate"/>
          <p:cNvSpPr txBox="1"/>
          <p:nvPr>
            <p:custDataLst>
              <p:tags r:id="rId67"/>
            </p:custDataLst>
          </p:nvPr>
        </p:nvSpPr>
        <p:spPr>
          <a:xfrm>
            <a:off x="4260595" y="4323606"/>
            <a:ext cx="308411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 Submit paper The Lancet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4" name="OTLSHAPE_T_e6f5c918bdd649a1ac919cf22468a23b_Shape"/>
          <p:cNvSpPr/>
          <p:nvPr>
            <p:custDataLst>
              <p:tags r:id="rId68"/>
            </p:custDataLst>
          </p:nvPr>
        </p:nvSpPr>
        <p:spPr>
          <a:xfrm>
            <a:off x="4152046" y="4565650"/>
            <a:ext cx="12954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5" name="OTLSHAPE_T_e6f5c918bdd649a1ac919cf22468a23b_ShapePercentage" hidden="1"/>
          <p:cNvSpPr/>
          <p:nvPr>
            <p:custDataLst>
              <p:tags r:id="rId69"/>
            </p:custDataLst>
          </p:nvPr>
        </p:nvSpPr>
        <p:spPr>
          <a:xfrm>
            <a:off x="6756511" y="45656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6" name="OTLSHAPE_T_e6f5c918bdd649a1ac919cf22468a23b_Duration" hidden="1"/>
          <p:cNvSpPr txBox="1"/>
          <p:nvPr>
            <p:custDataLst>
              <p:tags r:id="rId70"/>
            </p:custDataLst>
          </p:nvPr>
        </p:nvSpPr>
        <p:spPr>
          <a:xfrm>
            <a:off x="0" y="45656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98" name="OTLSHAPE_T_e6f5c918bdd649a1ac919cf22468a23b_TextPercentage" hidden="1"/>
          <p:cNvSpPr txBox="1"/>
          <p:nvPr>
            <p:custDataLst>
              <p:tags r:id="rId71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99" name="OTLSHAPE_T_e6f5c918bdd649a1ac919cf22468a23b_StartDate" hidden="1"/>
          <p:cNvSpPr txBox="1"/>
          <p:nvPr>
            <p:custDataLst>
              <p:tags r:id="rId72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700" name="OTLSHAPE_T_e6f5c918bdd649a1ac919cf22468a23b_EndDate" hidden="1"/>
          <p:cNvSpPr txBox="1"/>
          <p:nvPr>
            <p:custDataLst>
              <p:tags r:id="rId73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702" name="OTLSHAPE_T_e6f5c918bdd649a1ac919cf22468a23b_Title"/>
          <p:cNvSpPr txBox="1"/>
          <p:nvPr>
            <p:custDataLst>
              <p:tags r:id="rId74"/>
            </p:custDataLst>
          </p:nvPr>
        </p:nvSpPr>
        <p:spPr>
          <a:xfrm>
            <a:off x="3500155" y="45897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5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703" name="OTLSHAPE_T_e6f5c918bdd649a1ac919cf22468a23b_JoinedDate"/>
          <p:cNvSpPr txBox="1"/>
          <p:nvPr>
            <p:custDataLst>
              <p:tags r:id="rId75"/>
            </p:custDataLst>
          </p:nvPr>
        </p:nvSpPr>
        <p:spPr>
          <a:xfrm>
            <a:off x="5940949" y="4590306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19 - Nov 30 finalizing results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cxnSp>
        <p:nvCxnSpPr>
          <p:cNvPr id="90" name="OTLSHAPE_M_52743de8bb6d4044896f473898fe9da7_Connector1_"/>
          <p:cNvCxnSpPr/>
          <p:nvPr>
            <p:custDataLst>
              <p:tags r:id="rId76"/>
            </p:custDataLst>
          </p:nvPr>
        </p:nvCxnSpPr>
        <p:spPr>
          <a:xfrm flipH="1">
            <a:off x="2142260" y="859677"/>
            <a:ext cx="4095" cy="204430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TLSHAPE_M_52743de8bb6d4044896f473898fe9da7_Shape_"/>
          <p:cNvSpPr/>
          <p:nvPr>
            <p:custDataLst>
              <p:tags r:id="rId77"/>
            </p:custDataLst>
          </p:nvPr>
        </p:nvSpPr>
        <p:spPr>
          <a:xfrm rot="16200000">
            <a:off x="2185590" y="843972"/>
            <a:ext cx="165100" cy="165100"/>
          </a:xfrm>
          <a:prstGeom prst="flowChartMerg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TLSHAPE_T_e6f5c918bdd649a1ac919cf22468a23b_Shape_"/>
          <p:cNvSpPr/>
          <p:nvPr>
            <p:custDataLst>
              <p:tags r:id="rId78"/>
            </p:custDataLst>
          </p:nvPr>
        </p:nvSpPr>
        <p:spPr>
          <a:xfrm>
            <a:off x="4152041" y="4816665"/>
            <a:ext cx="1679282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TLSHAPE_T_e6f5c918bdd649a1ac919cf22468a23b_Title_"/>
          <p:cNvSpPr txBox="1"/>
          <p:nvPr>
            <p:custDataLst>
              <p:tags r:id="rId79"/>
            </p:custDataLst>
          </p:nvPr>
        </p:nvSpPr>
        <p:spPr>
          <a:xfrm>
            <a:off x="3500150" y="484075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6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105" name="OTLSHAPE_T_e6f5c918bdd649a1ac919cf22468a23b_JoinedDate_"/>
          <p:cNvSpPr txBox="1"/>
          <p:nvPr>
            <p:custDataLst>
              <p:tags r:id="rId80"/>
            </p:custDataLst>
          </p:nvPr>
        </p:nvSpPr>
        <p:spPr>
          <a:xfrm>
            <a:off x="6344369" y="4841321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30 – Dec 12 write paper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_e6f5c918bdd649a1ac919cf22468a23b_Shape__"/>
          <p:cNvSpPr/>
          <p:nvPr>
            <p:custDataLst>
              <p:tags r:id="rId81"/>
            </p:custDataLst>
          </p:nvPr>
        </p:nvSpPr>
        <p:spPr>
          <a:xfrm>
            <a:off x="4143070" y="5058715"/>
            <a:ext cx="2153655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TLSHAPE_T_e6f5c918bdd649a1ac919cf22468a23b_Title__"/>
          <p:cNvSpPr txBox="1"/>
          <p:nvPr>
            <p:custDataLst>
              <p:tags r:id="rId82"/>
            </p:custDataLst>
          </p:nvPr>
        </p:nvSpPr>
        <p:spPr>
          <a:xfrm>
            <a:off x="3491180" y="508280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7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T_e6f5c918bdd649a1ac919cf22468a23b_JoinedDate__"/>
          <p:cNvSpPr txBox="1"/>
          <p:nvPr>
            <p:custDataLst>
              <p:tags r:id="rId83"/>
            </p:custDataLst>
          </p:nvPr>
        </p:nvSpPr>
        <p:spPr>
          <a:xfrm>
            <a:off x="6783649" y="5083371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12 send paper to co-authors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M_a54bc827b05146d18b559f618723e2b4_Date_"/>
          <p:cNvSpPr txBox="1"/>
          <p:nvPr>
            <p:custDataLst>
              <p:tags r:id="rId84"/>
            </p:custDataLst>
          </p:nvPr>
        </p:nvSpPr>
        <p:spPr>
          <a:xfrm>
            <a:off x="2911883" y="2324368"/>
            <a:ext cx="873059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D24726"/>
                </a:solidFill>
                <a:latin typeface="Calibri" panose="020F0502020204030204" pitchFamily="34" charset="0"/>
              </a:rPr>
              <a:t>End of contract with TU/e</a:t>
            </a:r>
            <a:endParaRPr lang="en-US" sz="1000" spc="-6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cxnSp>
        <p:nvCxnSpPr>
          <p:cNvPr id="111" name="OTLSHAPE_M_52743de8bb6d4044896f473898fe9da7_Connector1__"/>
          <p:cNvCxnSpPr/>
          <p:nvPr>
            <p:custDataLst>
              <p:tags r:id="rId85"/>
            </p:custDataLst>
          </p:nvPr>
        </p:nvCxnSpPr>
        <p:spPr>
          <a:xfrm>
            <a:off x="2768396" y="1238431"/>
            <a:ext cx="0" cy="1676219"/>
          </a:xfrm>
          <a:prstGeom prst="line">
            <a:avLst/>
          </a:prstGeom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TLSHAPE_M_52743de8bb6d4044896f473898fe9da7_Shape__"/>
          <p:cNvSpPr/>
          <p:nvPr>
            <p:custDataLst>
              <p:tags r:id="rId86"/>
            </p:custDataLst>
          </p:nvPr>
        </p:nvSpPr>
        <p:spPr>
          <a:xfrm rot="16200000">
            <a:off x="2793796" y="1238431"/>
            <a:ext cx="165100" cy="165100"/>
          </a:xfrm>
          <a:prstGeom prst="flowChartMerge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TLSHAPE_M_a54bc827b05146d18b559f618723e2b4_Title_"/>
          <p:cNvSpPr txBox="1"/>
          <p:nvPr>
            <p:custDataLst>
              <p:tags r:id="rId87"/>
            </p:custDataLst>
          </p:nvPr>
        </p:nvSpPr>
        <p:spPr>
          <a:xfrm>
            <a:off x="2919958" y="1178353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3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OTLSHAPE_M_a54bc827b05146d18b559f618723e2b4_Date__"/>
          <p:cNvSpPr txBox="1"/>
          <p:nvPr>
            <p:custDataLst>
              <p:tags r:id="rId88"/>
            </p:custDataLst>
          </p:nvPr>
        </p:nvSpPr>
        <p:spPr>
          <a:xfrm>
            <a:off x="2941002" y="1333946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18 start writing Thesis</a:t>
            </a:r>
            <a:endParaRPr lang="en-US" sz="1000" spc="-6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miley Face 5"/>
          <p:cNvSpPr/>
          <p:nvPr/>
        </p:nvSpPr>
        <p:spPr>
          <a:xfrm>
            <a:off x="9180621" y="2758124"/>
            <a:ext cx="240856" cy="207496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TLSHAPE_M_a54bc827b05146d18b559f618723e2b4_Date___"/>
          <p:cNvSpPr txBox="1"/>
          <p:nvPr>
            <p:custDataLst>
              <p:tags r:id="rId89"/>
            </p:custDataLst>
          </p:nvPr>
        </p:nvSpPr>
        <p:spPr>
          <a:xfrm>
            <a:off x="8864519" y="2577309"/>
            <a:ext cx="873059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Defense</a:t>
            </a:r>
            <a:endParaRPr lang="en-US" sz="1000" spc="-6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19" name="OTLSHAPE_M_a54bc827b05146d18b559f618723e2b4_Date____"/>
          <p:cNvSpPr txBox="1"/>
          <p:nvPr>
            <p:custDataLst>
              <p:tags r:id="rId90"/>
            </p:custDataLst>
          </p:nvPr>
        </p:nvSpPr>
        <p:spPr>
          <a:xfrm>
            <a:off x="4950539" y="2435261"/>
            <a:ext cx="114292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Hopefully start a job</a:t>
            </a:r>
            <a:endParaRPr lang="en-US" sz="1000" spc="-6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22" name="OTLSHAPE_M_52743de8bb6d4044896f473898fe9da7_Shape___"/>
          <p:cNvSpPr/>
          <p:nvPr>
            <p:custDataLst>
              <p:tags r:id="rId91"/>
            </p:custDataLst>
          </p:nvPr>
        </p:nvSpPr>
        <p:spPr>
          <a:xfrm rot="16200000">
            <a:off x="5238735" y="1929196"/>
            <a:ext cx="165100" cy="165100"/>
          </a:xfrm>
          <a:prstGeom prst="flowChartMerge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TLSHAPE_M_a54bc827b05146d18b559f618723e2b4_Title__"/>
          <p:cNvSpPr txBox="1"/>
          <p:nvPr>
            <p:custDataLst>
              <p:tags r:id="rId92"/>
            </p:custDataLst>
          </p:nvPr>
        </p:nvSpPr>
        <p:spPr>
          <a:xfrm>
            <a:off x="5364897" y="1869118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4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OTLSHAPE_M_a54bc827b05146d18b559f618723e2b4_Date_____"/>
          <p:cNvSpPr txBox="1"/>
          <p:nvPr>
            <p:custDataLst>
              <p:tags r:id="rId93"/>
            </p:custDataLst>
          </p:nvPr>
        </p:nvSpPr>
        <p:spPr>
          <a:xfrm>
            <a:off x="5364897" y="2093793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20 Feb submit Thesis</a:t>
            </a:r>
            <a:endParaRPr lang="en-US" sz="1000" spc="-6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T_9aa183d65df24b0c8fecd0a002471583_Shape_"/>
          <p:cNvSpPr/>
          <p:nvPr>
            <p:custDataLst>
              <p:tags r:id="rId94"/>
            </p:custDataLst>
          </p:nvPr>
        </p:nvSpPr>
        <p:spPr>
          <a:xfrm>
            <a:off x="3243672" y="2629596"/>
            <a:ext cx="2274463" cy="232275"/>
          </a:xfrm>
          <a:prstGeom prst="roundRect">
            <a:avLst>
              <a:gd name="adj" fmla="val 100000"/>
            </a:avLst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OTLSHAPE_M_52743de8bb6d4044896f473898fe9da7_Connector1"/>
          <p:cNvCxnSpPr/>
          <p:nvPr>
            <p:custDataLst>
              <p:tags r:id="rId95"/>
            </p:custDataLst>
          </p:nvPr>
        </p:nvCxnSpPr>
        <p:spPr>
          <a:xfrm>
            <a:off x="3779714" y="1581326"/>
            <a:ext cx="0" cy="1333324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OTLSHAPE_M_52743de8bb6d4044896f473898fe9da7_Connector1___"/>
          <p:cNvCxnSpPr/>
          <p:nvPr>
            <p:custDataLst>
              <p:tags r:id="rId96"/>
            </p:custDataLst>
          </p:nvPr>
        </p:nvCxnSpPr>
        <p:spPr>
          <a:xfrm>
            <a:off x="5219897" y="1946630"/>
            <a:ext cx="0" cy="96802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TLSHAPE_T_9aa183d65df24b0c8fecd0a002471583_Shape__"/>
          <p:cNvSpPr/>
          <p:nvPr>
            <p:custDataLst>
              <p:tags r:id="rId97"/>
            </p:custDataLst>
          </p:nvPr>
        </p:nvSpPr>
        <p:spPr>
          <a:xfrm>
            <a:off x="3301365" y="5551829"/>
            <a:ext cx="2107894" cy="232275"/>
          </a:xfrm>
          <a:prstGeom prst="roundRect">
            <a:avLst>
              <a:gd name="adj" fmla="val 100000"/>
            </a:avLst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TLSHAPE_T_e6f5c918bdd649a1ac919cf22468a23b_Title___"/>
          <p:cNvSpPr txBox="1"/>
          <p:nvPr>
            <p:custDataLst>
              <p:tags r:id="rId98"/>
            </p:custDataLst>
          </p:nvPr>
        </p:nvSpPr>
        <p:spPr>
          <a:xfrm>
            <a:off x="2467658" y="559045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Grey Area</a:t>
            </a:r>
            <a:endParaRPr lang="en-US" sz="1000" b="1" spc="-8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37" name="OTLSHAPE_T_e6f5c918bdd649a1ac919cf22468a23b_JoinedDate___"/>
          <p:cNvSpPr txBox="1"/>
          <p:nvPr>
            <p:custDataLst>
              <p:tags r:id="rId99"/>
            </p:custDataLst>
          </p:nvPr>
        </p:nvSpPr>
        <p:spPr>
          <a:xfrm>
            <a:off x="5564565" y="5579353"/>
            <a:ext cx="6287123" cy="9233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Prof </a:t>
            </a:r>
            <a:r>
              <a:rPr lang="en-US" sz="1000" dirty="0" err="1" smtClean="0"/>
              <a:t>Watz</a:t>
            </a:r>
            <a:r>
              <a:rPr lang="en-US" sz="1000" dirty="0" smtClean="0"/>
              <a:t> (</a:t>
            </a:r>
            <a:r>
              <a:rPr lang="en-US" sz="1000" dirty="0"/>
              <a:t>Pulmonary Research Institute </a:t>
            </a:r>
            <a:r>
              <a:rPr lang="en-US" sz="1000" dirty="0" err="1" smtClean="0"/>
              <a:t>Grosshansdorf</a:t>
            </a:r>
            <a:r>
              <a:rPr lang="en-US" sz="1000" dirty="0" smtClean="0"/>
              <a:t>) offered me </a:t>
            </a:r>
            <a:r>
              <a:rPr lang="en-US" sz="1000" dirty="0"/>
              <a:t>to </a:t>
            </a:r>
            <a:r>
              <a:rPr lang="en-US" sz="1000" dirty="0" smtClean="0"/>
              <a:t>analyze </a:t>
            </a:r>
            <a:r>
              <a:rPr lang="en-US" sz="1000" dirty="0"/>
              <a:t>data </a:t>
            </a:r>
            <a:r>
              <a:rPr lang="en-US" sz="1000" dirty="0" smtClean="0"/>
              <a:t>from 28 </a:t>
            </a:r>
            <a:r>
              <a:rPr lang="en-US" sz="1000" dirty="0"/>
              <a:t>subjects with </a:t>
            </a:r>
            <a:r>
              <a:rPr lang="en-US" sz="1000" dirty="0" smtClean="0"/>
              <a:t>COPD,  data from PLS </a:t>
            </a:r>
            <a:r>
              <a:rPr lang="en-US" sz="1000" dirty="0"/>
              <a:t>and a </a:t>
            </a:r>
            <a:r>
              <a:rPr lang="en-US" sz="1000" dirty="0" smtClean="0"/>
              <a:t>activity monitor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Very important to validate the last paper (analysis could be included)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Prof. Wouters (CIRO) offered me to analyze data from 10000 patients with COPD (Maastricht study) screened for OSA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Unique opportunity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I have another work almost ready (Smart Stethoscope for which a patent was filed) that I would like to publish.</a:t>
            </a:r>
            <a:endParaRPr lang="en-US" sz="1000" dirty="0"/>
          </a:p>
        </p:txBody>
      </p:sp>
      <p:sp>
        <p:nvSpPr>
          <p:cNvPr id="138" name="OTLSHAPE_M_6a283b367375415b92b0e5fc4e16a0cc_Shape"/>
          <p:cNvSpPr/>
          <p:nvPr>
            <p:custDataLst>
              <p:tags r:id="rId100"/>
            </p:custDataLst>
          </p:nvPr>
        </p:nvSpPr>
        <p:spPr>
          <a:xfrm>
            <a:off x="3123158" y="5546390"/>
            <a:ext cx="228600" cy="254000"/>
          </a:xfrm>
          <a:prstGeom prst="star8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TLSHAPE_M_93afb554552a4221a5380f7919409aa7_Shape"/>
          <p:cNvSpPr/>
          <p:nvPr>
            <p:custDataLst>
              <p:tags r:id="rId101"/>
            </p:custDataLst>
          </p:nvPr>
        </p:nvSpPr>
        <p:spPr>
          <a:xfrm>
            <a:off x="5289535" y="5547569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TLSHAPE_M_93afb554552a4221a5380f7919409aa7_Shape_"/>
          <p:cNvSpPr/>
          <p:nvPr>
            <p:custDataLst>
              <p:tags r:id="rId102"/>
            </p:custDataLst>
          </p:nvPr>
        </p:nvSpPr>
        <p:spPr>
          <a:xfrm>
            <a:off x="5427957" y="2758123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TLSHAPE_M_6a283b367375415b92b0e5fc4e16a0cc_Shape_"/>
          <p:cNvSpPr/>
          <p:nvPr>
            <p:custDataLst>
              <p:tags r:id="rId103"/>
            </p:custDataLst>
          </p:nvPr>
        </p:nvSpPr>
        <p:spPr>
          <a:xfrm>
            <a:off x="3129372" y="2758123"/>
            <a:ext cx="228600" cy="254000"/>
          </a:xfrm>
          <a:prstGeom prst="star8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TLSHAPE_T_e6f5c918bdd649a1ac919cf22468a23b_JoinedDate____"/>
          <p:cNvSpPr txBox="1"/>
          <p:nvPr>
            <p:custDataLst>
              <p:tags r:id="rId104"/>
            </p:custDataLst>
          </p:nvPr>
        </p:nvSpPr>
        <p:spPr>
          <a:xfrm>
            <a:off x="3301365" y="5928208"/>
            <a:ext cx="2298397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Extension of the contract for 2 months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Use &gt;300 hours holidays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Extend contract as guest researcher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Start working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 smtClean="0"/>
              <a:t>Philips contract</a:t>
            </a:r>
            <a:endParaRPr lang="en-US" sz="1000" strike="sngStrike" dirty="0"/>
          </a:p>
        </p:txBody>
      </p:sp>
      <p:sp>
        <p:nvSpPr>
          <p:cNvPr id="143" name="OTLSHAPE_T_e6f5c918bdd649a1ac919cf22468a23b_JoinedDate_____"/>
          <p:cNvSpPr txBox="1"/>
          <p:nvPr>
            <p:custDataLst>
              <p:tags r:id="rId105"/>
            </p:custDataLst>
          </p:nvPr>
        </p:nvSpPr>
        <p:spPr>
          <a:xfrm>
            <a:off x="9005487" y="535455"/>
            <a:ext cx="3166633" cy="15388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 smtClean="0"/>
              <a:t>Numbers: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accepted IEEE JBHI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accepted </a:t>
            </a:r>
            <a:r>
              <a:rPr lang="en-US" sz="1000" dirty="0" smtClean="0"/>
              <a:t>XRDS (student magazine)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submitted </a:t>
            </a:r>
            <a:r>
              <a:rPr lang="en-US" sz="1000" dirty="0" err="1" smtClean="0"/>
              <a:t>Plos</a:t>
            </a:r>
            <a:r>
              <a:rPr lang="en-US" sz="1000" dirty="0" smtClean="0"/>
              <a:t>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almost ready to be submitted to The Lancet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planned (have results)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3  Patents filed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2  Conferences Papers </a:t>
            </a:r>
            <a:r>
              <a:rPr lang="en-US" sz="1000" dirty="0"/>
              <a:t>(oral presentations)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2  Conferences Abstracts (oral presentations)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09" name="OTLSHAPE_T_9aa183d65df24b0c8fecd0a002471583_Shape_"/>
          <p:cNvSpPr/>
          <p:nvPr>
            <p:custDataLst>
              <p:tags r:id="rId106"/>
            </p:custDataLst>
          </p:nvPr>
        </p:nvSpPr>
        <p:spPr>
          <a:xfrm>
            <a:off x="7763960" y="2632145"/>
            <a:ext cx="1100560" cy="232275"/>
          </a:xfrm>
          <a:prstGeom prst="roundRect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TLSHAPE_T_e6f5c918bdd649a1ac919cf22468a23b_Title___"/>
          <p:cNvSpPr txBox="1"/>
          <p:nvPr>
            <p:custDataLst>
              <p:tags r:id="rId107"/>
            </p:custDataLst>
          </p:nvPr>
        </p:nvSpPr>
        <p:spPr>
          <a:xfrm>
            <a:off x="4067225" y="2430640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Grey Area</a:t>
            </a:r>
            <a:endParaRPr lang="en-US" sz="1000" b="1" spc="-8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16" name="OTLSHAPE_T_e6f5c918bdd649a1ac919cf22468a23b_Title___"/>
          <p:cNvSpPr txBox="1"/>
          <p:nvPr>
            <p:custDataLst>
              <p:tags r:id="rId108"/>
            </p:custDataLst>
          </p:nvPr>
        </p:nvSpPr>
        <p:spPr>
          <a:xfrm>
            <a:off x="7763959" y="2189062"/>
            <a:ext cx="1137231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8" dirty="0" smtClean="0">
                <a:solidFill>
                  <a:srgbClr val="FFC000"/>
                </a:solidFill>
                <a:latin typeface="Calibri" panose="020F0502020204030204" pitchFamily="34" charset="0"/>
              </a:rPr>
              <a:t>Committee members not available at the same time</a:t>
            </a:r>
            <a:endParaRPr lang="en-US" sz="1000" b="1" spc="-8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450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iJSb2FkbWFwIiwiSXNUZW1wbGF0ZSI6dHJ1ZSwiVmVyc2lvbiI6eyIkaWQiOiIyIiwiVmVyc2lvbiI6IjMuMC4xIiwiT3JpZ2luYWxBc3NlbWJseVZlcnNpb24iOiIxLjAwLjAwLjAwIiwiRWRpdGlvbiI6IlBsdXMiLCJJc1BsdXNFZGl0aW9uIjp0cnVlfSwiRWZmZWN0IjoxLCJTdHlsZSI6eyIkaWQiOiIzIiwiVGltZWJhbmRTdHlsZSI6eyIkaWQiOiI0IiwiU2NhbGVNYXJraW5nIjowLCJTaGFwZSI6MTMsIlNoYXBlU3R5bGUiOnsiJGlkIjoiNSIsIk1hcmdpbiI6eyIkaWQiOiI2IiwiVG9wIjowLCJMZWZ0IjoxMCwiUmlnaHQiOjEwLCJCb3R0b20iOjB9LCJQYWRkaW5nIjp7IiRpZCI6IjciLCJUb3AiOjMsIkxlZnQiOjEzLCJSaWdodCI6MTMsIkJvdHRvbSI6M30sIkJhY2tncm91bmQiOnsiJGlkIjoiOCIsIkNvbG9yIjp7IiRpZCI6IjkiLCJBIjoyNTUsIlIiOjY4LCJHIjo4NCwiQiI6MTA2fX0sIklzVmlzaWJsZSI6dHJ1ZSwiV2lkdGgiOjg1OC4wLCJIZWlnaHQiOjM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vcmJlbCIsIklzQm9sZCI6ZmFsc2UsIklzSXRhbGljIjpmYWxzZSwiSXNVbmRlcmxpbmVkIjpmYWxzZSwiUGFyZW50U3R5bGUiOm51bGx9LCJBdXRvU2l6ZSI6MCwiRm9yZWdyb3VuZCI6eyIkaWQiOiIxNSIsIkNvbG9yIjp7IiRpZCI6IjE2IiwiQSI6MjU1LCJSIjoxOTIsIkciOjgwLCJCIjo3N319LCJNYXhXaWR0aCI6IkluZmluaXR5IiwiTWF4SGVpZ2h0IjoiSW5maW5pdHkiLCJTbWFydEZvcmVncm91bmRJc0FjdGl2ZSI6ZmFsc2UsIkhvcml6b250YWxBbGlnbm1lbnQiOjAsIlZlcnRpY2FsQWxpZ25tZW50IjowLCJTbWFydEZvcmVncm91bmQiOm51bGwsIk1hcmdpbiI6eyIkaWQiOiIxNyIsIlRvcCI6MCwiTGVmdCI6MCwiUmlnaHQiOjIwLCJCb3R0b20iOjB9LCJQYWRkaW5nIjp7IiRpZCI6IjE4IiwiVG9wIjowLCJMZWZ0IjowLCJSaWdodCI6MCwiQm90dG9tIjowfSwiQmFja2dyb3VuZCI6eyIkaWQiOiIxOSIsIkNvbG9yIjp7IiRpZCI6IjIwIiwiQSI6ODksIlIiOjAsIkciOjAsIkIiOjB9fSwiSXNWaXNpYmxlIjp0cnVlLCJXaWR0aCI6MC4wLCJIZWlnaHQiOjAuMCwiQm9yZGVyU3R5bGUiOm51bGwsIlBhcmVudFN0eWxlIjpudWxsfSwiTGVmdEVuZENhcHNTdHlsZSI6eyIkaWQiOiIyMSIsIkZvbnRTZXR0aW5ncyI6eyIkaWQiOiIyMiIsIkZvbnRTaXplIjoxOCwiRm9udE5hbWUiOiJDb3JiZWwiLCJJc0JvbGQiOmZhbHNlLCJJc0l0YWxpYyI6ZmFsc2UsIklzVW5kZXJsaW5lZCI6ZmFsc2UsIlBhcmVudFN0eWxlIjpudWxsfSwiQXV0b1NpemUiOjAsIkZvcmVncm91bmQiOnsiJGlkIjoiMjMiLCJDb2xvciI6eyIkaWQiOiIyNCIsIkEiOjI1NSwiUiI6MTkyLCJHIjo4MCwiQiI6Nzd9fSwiTWF4V2lkdGgiOiJJbmZpbml0eSIsIk1heEhlaWdodCI6IkluZmluaXR5IiwiU21hcnRGb3JlZ3JvdW5kSXNBY3RpdmUiOmZhbHNlLCJIb3Jpem9udGFsQWxpZ25tZW50IjowLCJWZXJ0aWNhbEFsaWdubWVudCI6MCwiU21hcnRGb3JlZ3JvdW5kIjpudWxsLCJNYXJnaW4iOnsiJGlkIjoiMjUiLCJUb3AiOjAsIkxlZnQiOjIwLCJSaWdodCI6MCwiQm90dG9tIjowfSwiUGFkZGluZyI6eyIkaWQiOiIyNiIsIlRvcCI6MCwiTGVmdCI6MCwiUmlnaHQiOjAsIkJvdHRvbSI6MH0sIkJhY2tncm91bmQiOnsiJGlkIjoiMjciLCJDb2xvciI6eyIkcmVmIjoiMjAifX0sIklzVmlzaWJsZSI6dHJ1ZSwiV2lkdGgiOjAuMCwiSGVpZ2h0IjowLjAsIkJvcmRlclN0eWxlIjpudWxsLCJQYXJlbnRTdHlsZSI6bnVsbH0sIlRvZGF5VGV4dFN0eWxlIjp7IiRpZCI6IjI4IiwiRm9udFNldHRpbmdzIjp7IiRpZCI6IjI5IiwiRm9udFNpemUiOjg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1hcmdpbiI6eyIkaWQiOiIzMiIsIlRvcCI6MCwiTGVmdCI6MCwiUmlnaHQiOjAsIkJvdHRvbSI6MH0sIlBhZGRpbmciOnsiJGlkIjoiMzMiLCJUb3AiOjAsIkxlZnQiOjAsIlJpZ2h0IjowLCJCb3R0b20iOjB9LCJCYWNrZ3JvdW5kIjp7IiRpZCI6IjM0IiwiQ29sb3IiOnsiJHJlZiI6IjIwIn19LCJJc1Zpc2libGUiOmZhbHN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zMSwiRyI6MjMwLCJCIjoyMzB9fSwiTWF4V2lkdGgiOjIwMC4wLCJNYXhIZWlnaHQiOiJJbmZpbml0eSIsIlNtYXJ0Rm9yZWdyb3VuZElzQWN0aXZlIjpmYWxzZSwiSG9yaXpvbnRhbEFsaWdubWVudCI6MCwiVmVydGljYWxBbGlnbm1lbnQiOjEsIlNtYXJ0Rm9yZWdyb3VuZCI6bnVsb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NzcsIlIiOjAsIkciOjAsIkIiOjB9fSwiQXBwZW5kWWVhck9uWWVhckNoYW5nZSI6dHJ1ZSwiRWxhcHNlZFRpbWVGb3JtYXQiOjEsIlRvZGF5TWFya2VyUG9zaXRpb24iOjAsIlF1aWNrUG9zaXRpb24iOjMsIkFic29sdXRlUG9zaXRpb24iOjIyOS41LCJNYXJnaW4iOnsiJGlkIjoiNDkiLCJUb3AiOjAsIkxlZnQiOjEwLCJSaWdodCI6MTAsIkJvdHRvbSI6MH0sIlBhZGRpbmciOnsiJGlkIjoiNTAiLCJUb3AiOjAsIkxlZnQiOjAsIlJpZ2h0IjowLCJCb3R0b20iOjB9LCJCYWNrZ3JvdW5kIjp7IiRpZCI6IjUxIiwiQ29sb3IiOnsiJGlkIjoiNTIiLCJBIjoyNTUsIlIiOjY4LCJHIjo4NCwiQiI6MTA2fX0sIklzVmlzaWJsZSI6dHJ1ZSwiV2lkdGgiOjAuMCwiSGVpZ2h0IjowLjAsIkJvcmRlclN0eWxlIjpudWxsLCJQYXJlbnRTdHlsZSI6bnVsbH0sIkRlZmF1bHRNaWxlc3RvbmVTdHlsZSI6eyIkaWQiOiI1MyIsIlNoYXBlIjowLCJDb25uZWN0b3JNYXJnaW4iOnsiJGlkIjoiNTQiLCJUb3AiOjAsIkxlZnQiOjIsIlJpZ2h0IjoyLCJCb3R0b20iOjB9LCJDb25uZWN0b3JTdHlsZSI6eyIkaWQiOiI1NSIsIkxpbmVDb2xvciI6eyIkaWQiOiI1NiIsIiR0eXBlIjoiTkxSRS5Db21tb24uRG9tLlNvbGlkQ29sb3JCcnVzaCwgTkxSRS5Db21tb24iLCJDb2xvciI6eyIkaWQiOiI1NyIsIkEiOjI1NSwiUiI6NzksIkciOjEyOSwiQiI6MTg5fX0sIkxpbmVXZWlnaHQiOjEuMCwiTGluZVR5cGUiOjAsIlBhcmVudFN0eWxlIjpudWxsfSwiSXNCZWxvd1RpbWViYW5kIjpmYWxzZS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0LCJGb250TmFtZSI6IkNvcmJlbC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E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EsIkZvbnROYW1lIjoiQ29yYmVsIiwiSXNCb2xkIjpmYWxzZSwiSXNJdGFsaWMiOmZhbHNlLCJJc1VuZGVybGluZWQiOmZhbHNlLCJQYXJlbnRTdHlsZSI6bnVsbH0sIkF1dG9TaXplIjowLCJGb3JlZ3JvdW5kIjp7IiRpZCI6Ijc0IiwiQ29sb3IiOnsiJGlkIjoiNzUiLCJBIjoyNTUsIlIiOjIwOSwiRyI6NDAsIkIiOjQ2fX0sIk1heFdpZHRoIjoyMDAuMCwiTWF4SGVpZ2h0IjoiSW5maW5pdHkiLCJTbWFydEZvcmVncm91bmRJc0FjdGl2ZSI6ZmFsc2UsIkhvcml6b250YWxBbGlnbm1lbnQiOjAsIlZlcnRpY2FsQWxpZ25tZW50IjowLCJTbWFydEZvcmVncm91bmQiOm51bGwsIk1hcmdpbiI6eyIkaWQiOiI3NiIsIlRvcCI6MCwiTGVmdCI6MCwiUmlnaHQiOjAsIkJvdHRvbSI6MH0sIlBhZGRpbmciOnsiJGlkIjoiNzciLCJUb3AiOjAsIkxlZnQiOjAsIlJpZ2h0IjowLCJCb3R0b20iOjB9LCJCYWNrZ3JvdW5kIjp7IiRpZCI6Ijc4IiwiQ29sb3IiOnsiJHJlZiI6IjIwIn19LCJJc1Zpc2libGUiOnRydWUsIldpZHRoIjowLjAsIkhlaWdodCI6MC4wLCJCb3JkZXJTdHlsZSI6bnVsbCwiUGFyZW50U3R5bGUiOm51bGx9LCJEYXRlRm9ybWF0Ijp7IiRpZCI6Ijc5IiwiRm9ybWF0U3RyaW5nIjoiTU1NIGQiLCJTZXBhcmF0b3IiOiIvIiwiVXNlSW50ZXJuYXRpb25hbERhdGVGb3JtYXQiOmZhbHNlfSwiSXNWaXNpYmxlIjp0cnVlLCJQYXJlbnRTdHlsZSI6bnVsbH0sIkRlZmF1bHRUYXNrU3R5bGUiOnsiJGlkIjoiODAiLCJTaGFwZSI6MiwiU2hhcGVUaGlja25lc3MiOjEsIkR1cmF0aW9uRm9ybWF0IjowLCJJbmNsdWRlTm9uV29ya2luZ0RheXNJbkR1cmF0aW9uIjpmYWxzZSwiUGVyY2VudGFnZUNvbXBsZXRlU3R5bGUiOnsiJGlkIjoiODEiLCJGb250U2V0dGluZ3MiOnsiJGlkIjoiODIiLCJGb250U2l6ZSI6MTAsIkZvbnROYW1lIjoiQ2FsaWJyaSIsIklzQm9sZCI6ZmFsc2UsIklzSXRhbGljIjpmYWxzZSwiSXNVbmRlcmxpbmVkIjpmYWxzZSwiUGFyZW50U3R5bGUiOm51bGx9LCJBdXRvU2l6ZSI6MCwiRm9yZWdyb3VuZCI6eyIkaWQiOiI4MyIsIkNvbG9yIjp7IiRpZCI6Ijg0IiwiQSI6MjU1LCJSIjoxOTIsIkciOjgwLCJCIjo3N319LCJNYXhXaWR0aCI6MjAwLjAsIk1heEhlaWdodCI6IkluZmluaXR5IiwiU21hcnRGb3JlZ3JvdW5kSXNBY3RpdmUiOmZhbHNlLCJIb3Jpem9udGFsQWxpZ25tZW50IjowLCJWZXJ0aWNhbEFsaWdubWVudCI6MCwiU21hcnRGb3JlZ3JvdW5kIjpudWxsLCJNYXJnaW4iOnsiJGlkIjoiODUiLCJUb3AiOjAsIkxlZnQiOjAsIlJpZ2h0IjowLCJCb3R0b20iOjB9LCJQYWRkaW5nIjp7IiRpZCI6Ijg2IiwiVG9wIjowLCJMZWZ0IjowLCJSaWdodCI6MCwiQm90dG9tIjowfSwiQmFja2dyb3VuZCI6eyIkaWQiOiI4NyIsIkNvbG9yIjp7IiRyZWYiOiIyMCJ9fSwiSXNWaXNpYmxlIjp0cnVlLCJXaWR0aCI6MC4wLCJIZWlnaHQiOjAuMCwiQm9yZGVyU3R5bGUiOm51bGwsIlBhcmVudFN0eWxlIjpudWxsfSwiRHVyYXRpb25TdHlsZSI6eyIkaWQiOiI4OCIsIkZvbnRTZXR0aW5ncyI6eyIkaWQiOiI4OSIsIkZvbnRTaXplIjoxMiwiRm9udE5hbWUiOiJDYWxpYnJpIiwiSXNCb2xkIjpmYWxzZSwiSXNJdGFsaWMiOmZhbHNlLCJJc1VuZGVybGluZWQiOmZhbHNlLCJQYXJlbnRTdHlsZSI6bnVsbH0sIkF1dG9TaXplIjowLCJGb3JlZ3JvdW5kIjp7IiRpZCI6IjkwIiwiQ29sb3IiOnsiJGlkIjoiOTEiLCJBIjoyNTUsIlIiOjI1NSwiRyI6MjU1LCJCIjoyNTV9fSwiTWF4V2lkdGgiOjIwMC4wLCJNYXhIZWlnaHQiOiJJbmZpbml0eSIsIlNtYXJ0Rm9yZWdyb3VuZElzQWN0aXZlIjpmYWxzZSwiSG9yaXpvbnRhbEFsaWdubWVudCI6MCwiVmVydGljYWxBbGlnbm1lbnQiOjAsIlNtYXJ0Rm9yZWdyb3VuZCI6bnVsbCwiTWFyZ2luIjp7IiRpZCI6IjkyIiwiVG9wIjowLCJMZWZ0IjowLCJSaWdodCI6MCwiQm90dG9tIjowfSwiUGFkZGluZyI6eyIkaWQiOiI5MyIsIlRvcCI6MCwiTGVmdCI6MCwiUmlnaHQiOjAsIkJvdHRvbSI6MH0sIkJhY2tncm91bmQiOnsiJGlkIjoiOTQiLCJDb2xvciI6eyIkcmVmIjoiMjAifX0sIklzVmlzaWJsZSI6dHJ1ZSwiV2lkdGgiOjAuMCwiSGVpZ2h0IjowLjAsIkJvcmRlclN0eWxlIjpudWxsLCJQYXJlbnRTdHlsZSI6bnVsbH0sIkhvcml6b250YWxDb25uZWN0b3JTdHlsZSI6eyIkaWQiOiI5NSIsIkxpbmVDb2xvciI6eyIkaWQiOiI5NiIsIiR0eXBlIjoiTkxSRS5Db21tb24uRG9tLlNvbGlkQ29sb3JCcnVzaCwgTkxSRS5Db21tb24iLCJDb2xvciI6eyIkaWQiOiI5NyIsIkEiOjI1NSwiUiI6MjMxLCJHIjoyMzAsIkIiOjIzMH19LCJMaW5lV2VpZ2h0IjowLjAsIkxpbmVUeXBlIjowLCJQYXJlbnRTdHlsZSI6bnVsbH0sIlZlcnRpY2FsQ29ubmVjdG9yU3R5bGUiOnsiJGlkIjoiOTgiLCJMaW5lQ29sb3IiOnsiJGlkIjoiOTkiLCIkdHlwZSI6Ik5MUkUuQ29tbW9uLkRvbS5Tb2xpZENvbG9yQnJ1c2gsIE5MUkUuQ29tbW9uIiwiQ29sb3IiOnsiJGlkIjoiMTAwIiwiQSI6MjU1LCJSIjoyMzEsIkciOjIzMCwiQiI6MjMwfX0sIkxpbmVXZWlnaHQiOjAuMCwiTGluZVR5cGUiOjAsIlBhcmVudFN0eWxlIjpudWxsfSwiTWFyZ2luIjpudWxsLCJTdGFydERhdGVQb3NpdGlvbiI6NCwiRW5kRGF0ZVBvc2l0aW9uIjo0LCJUaXRsZVBvc2l0aW9uIjozLCJEdXJhdGlvblBvc2l0aW9uIjo2LCJQZXJjZW50YWdlQ29tcGxldGVkUG9zaXRpb24iOjYsIlNwYWNpbmciOjEwLCJJc0JlbG93VGltZWJhbmQiOnRydWUsIlBlcmNlbnRhZ2VDb21wbGV0ZVNoYXBlT3BhY2l0eSI6MzUsIlNoYXBlU3R5bGUiOnsiJGlkIjoiMTAxIiwiTWFyZ2luIjp7IiRpZCI6IjEwMiIsIlRvcCI6MCwiTGVmdCI6NCwiUmlnaHQiOjQsIkJvdHRvbSI6MH0sIlBhZGRpbmciOnsiJGlkIjoiMTAzIiwiVG9wIjowLCJMZWZ0IjowLCJSaWdodCI6MCwiQm90dG9tIjowfSwiQmFja2dyb3VuZCI6bnVsbCwiSXNWaXNpYmxlIjp0cnVlLCJXaWR0aCI6MC4wLCJIZWlnaHQiOjE2LjAsIkJvcmRlclN0eWxlIjp7IiRpZCI6IjEwNCIsIkxpbmVDb2xvciI6eyIkaWQiOiIxMDUiLCIkdHlwZSI6Ik5MUkUuQ29tbW9uLkRvbS5Tb2xpZENvbG9yQnJ1c2gsIE5MUkUuQ29tbW9uIiwiQ29sb3IiOnsiJGlkIjoiMTA2IiwiQSI6MjU1LCJSIjoyNTUsIkciOjAsIkIiOjB9fSwiTGluZVdlaWdodCI6MC4wLCJMaW5lVHlwZSI6MCwiUGFyZW50U3R5bGUiOm51bGx9LCJQYXJlbnRTdHlsZSI6bnVsbH0sIlRpdGxlU3R5bGUiOnsiJGlkIjoiMTA3IiwiRm9udFNldHRpbmdzIjp7IiRpZCI6IjEwOCIsIkZvbnRTaXplIjoxNCwiRm9udE5hbWUiOiJDb3JiZWwiLCJJc0JvbGQiOmZhbHNlLCJJc0l0YWxpYyI6ZmFsc2UsIklzVW5kZXJsaW5lZCI6ZmFsc2UsIlBhcmVudFN0eWxlIjpudWxsfSwiQXV0b1NpemUiOjAsIkZvcmVncm91bmQiOnsiJGlkIjoiMTA5IiwiQ29sb3IiOnsiJGlkIjoiMTEwIiwiQSI6MjU1LCJSIjowLCJHIjowLCJCIjowfX0sIk1heFdpZHRoIjoyMDAuMCwiTWF4SGVpZ2h0IjoiSW5maW5pdHkiLCJTbWFydEZvcmVncm91bmRJc0FjdGl2ZSI6ZmFsc2UsIkhvcml6b250YWxBbGlnbm1lbnQiOjIsIlZlcnRpY2FsQWxpZ25tZW50IjowLCJTbWFydEZvcmVncm91bmQiOm51bGwsIk1hcmdpbiI6eyIkaWQiOiIxMTEiLCJUb3AiOjAsIkxlZnQiOjAsIlJpZ2h0IjowLCJCb3R0b20iOjB9LCJQYWRkaW5nIjp7IiRpZCI6IjExMiIsIlRvcCI6MCwiTGVmdCI6MCwiUmlnaHQiOjAsIkJvdHRvbSI6MH0sIkJhY2tncm91bmQiOnsiJGlkIjoiMTEzIiwiQ29sb3IiOnsiJHJlZiI6IjIwIn19LCJJc1Zpc2libGUiOnRydWUsIldpZHRoIjowLjAsIkhlaWdodCI6MC4wLCJCb3JkZXJTdHlsZSI6bnVsbCwiUGFyZW50U3R5bGUiOm51bGx9LCJEYXRlU3R5bGUiOnsiJGlkIjoiMTE0IiwiRm9udFNldHRpbmdzIjp7IiRpZCI6IjExNSIsIkZvbnRTaXplIjoxMiwiRm9udE5hbWUiOiJDYWxpYnJpIiwiSXNCb2xkIjpmYWxzZSwiSXNJdGFsaWMiOmZhbHNlLCJJc1VuZGVybGluZWQiOmZhbHNlLCJQYXJlbnRTdHlsZSI6bnVsbH0sIkF1dG9TaXplIjowLCJGb3JlZ3JvdW5kIjp7IiRpZCI6IjExNiIsIkNvbG9yIjp7IiRpZCI6IjExNyIsIkEiOjI1NSwiUiI6MjU1LCJHIjoyNTUsIkIiOjI1NX19LCJNYXhXaWR0aCI6MjAwLjAsIk1heEhlaWdodCI6IkluZmluaXR5IiwiU21hcnRGb3JlZ3JvdW5kSXNBY3RpdmUiOmZhbHNlLCJIb3Jpem9udGFsQWxpZ25tZW50IjowLCJWZXJ0aWNhbEFsaWdubWVudCI6MCwiU21hcnRGb3JlZ3JvdW5kIjpudWxsLCJNYXJnaW4iOnsiJGlkIjoiMTE4IiwiVG9wIjowLCJMZWZ0IjowLCJSaWdodCI6MCwiQm90dG9tIjowfSwiUGFkZGluZyI6eyIkaWQiOiIxMTkiLCJUb3AiOjAsIkxlZnQiOjAsIlJpZ2h0IjowLCJCb3R0b20iOjB9LCJCYWNrZ3JvdW5kIjp7IiRpZCI6IjEyMCIsIkNvbG9yIjp7IiRyZWYiOiIyMCJ9fSwiSXNWaXNpYmxlIjp0cnVlLCJXaWR0aCI6MC4wLCJIZWlnaHQiOjAuMCwiQm9yZGVyU3R5bGUiOm51bGwsIlBhcmVudFN0eWxlIjpudWxsfSwiRGF0ZUZvcm1hdCI6eyIkaWQiOiIxMjEiLCJGb3JtYXRTdHJpbmciOiJNTU0gZCIsIlNlcGFyYXRvciI6Ii8iLCJVc2VJbnRlcm5hdGlvbmFsRGF0ZUZvcm1hdCI6ZmFsc2V9LCJJc1Zpc2libGUiOnRydWUsIlBhcmVudFN0eWxlIjpudWxsfSwiU2hvd0VsYXBzZWRUaW1lR3JhZGllbnRTdHlsZSI6ZmFsc2V9LCJTY2FsZSI6eyIkaWQiOiIxMjIiLCJTdGFydERhdGUiOiIyMDE1LTA1LTEwVDAwOjAwOjAwWiIsIkVuZERhdGUiOiIyMDE2LTAxLTMwVDIzOjU5OjU5WiIsIkZvcm1hdCI6Ik1NTSIsIlR5cGUiOjIsIkF1dG9EYXRlUmFuZ2UiOnRydWUsIldvcmtpbmdEYXlzIjozMSwiVG9kYXlNYXJrZXJUZXh0IjoiVG9kYXkiLCJBdXRvU2NhbGVUeXBlIjp0cnVlfSwiTWlsZXN0b25lcyI6W3siJGlkIjoiMTIzIiwiRGF0ZSI6IjIwMTUtMDUtMTBUMDA6MDA6MDBaIiwiU3R5bGUiOnsiJGlkIjoiMTI0IiwiU2hhcGUiOjIsIkNvbm5lY3Rvck1hcmdpbiI6eyIkcmVmIjoiNTQifSwiQ29ubmVjdG9yU3R5bGUiOnsiJGlkIjoiMTI1IiwiTGluZUNvbG9yIjp7IiRpZCI6IjEyNiIsIiR0eXBlIjoiTkxSRS5Db21tb24uRG9tLlNvbGlkQ29sb3JCcnVzaCwgTkxSRS5Db21tb24iLCJDb2xvciI6eyIkaWQiOiIxMjciLCJBIjoyNTUsIlIiOjAsIkciOjExNCwiQiI6MTg4fX0sIkxpbmVXZWlnaHQiOjEuMCwiTGluZVR5cGUiOjAsIlBhcmVudFN0eWxlIjp7IiRyZWYiOiI1NSJ9fSwiSXNCZWxvd1RpbWViYW5kIjpmYWxzZSwiSGlkZURhdGUiOmZhbHNlLCJTaGFwZVNpemUiOjEsIlNwYWNpbmciOjAuMCwiUGFkZGluZyI6eyIkaWQiOiIxMjgiLCJUb3AiOjAsIkxlZnQiOjAsIlJpZ2h0IjowLCJCb3R0b20iOjB9LCJTaGFwZVN0eWxlIjp7IiRpZCI6IjEyOSIsIk1hcmdpbiI6eyIkcmVmIjoiNjAifSwiUGFkZGluZyI6eyIkcmVmIjoiNjEifSwiQmFja2dyb3VuZCI6eyIkaWQiOiIxMzAiLCJDb2xvciI6eyIkaWQiOiIxMzEiLCJBIjoyNTUsIlIiOjgsIkciOjEyNywiQiI6MTk1fX0sIklzVmlzaWJsZSI6dHJ1ZSwiV2lkdGgiOjEzLjAsIkhlaWdodCI6MTMuMCwiQm9yZGVyU3R5bGUiOnsiJGlkIjoiMTMyIiwiTGluZUNvbG9yIjp7IiRyZWYiOiI2MyJ9LCJMaW5lV2VpZ2h0IjowLjAsIkxpbmVUeXBlIjowLCJQYXJlbnRTdHlsZSI6eyIkcmVmIjoiNjIifX0sIlBhcmVudFN0eWxlIjp7IiRyZWYiOiI1OSJ9fSwiVGl0bGVTdHlsZSI6eyIkaWQiOiIxMzMiLCJGb250U2V0dGluZ3MiOnsiJGlkIjoiMTM0IiwiRm9udFNpemUiOjEwLCJGb250TmFtZSI6IkNhbGlicmkiLCJJc0JvbGQiOnRydWUsIklzSXRhbGljIjpmYWxzZSwiSXNVbmRlcmxpbmVkIjpmYWxzZSwiUGFyZW50U3R5bGUiOnsiJHJlZiI6IjY2In19LCJBdXRvU2l6ZSI6MCwiRm9yZWdyb3VuZCI6eyIkaWQiOiIxMzUiLCJDb2xvciI6eyIkaWQiOiIxMzY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zNyIsIkxpbmVDb2xvciI6bnVsbCwiTGluZVdlaWdodCI6MC4wLCJMaW5lVHlwZSI6MCwiUGFyZW50U3R5bGUiOm51bGx9LCJQYXJlbnRTdHlsZSI6eyIkcmVmIjoiNjUifX0sIkRhdGVTdHlsZSI6eyIkaWQiOiIxMzgiLCJGb250U2V0dGluZ3MiOnsiJGlkIjoiMTM5IiwiRm9udFNpemUiOjEwLCJGb250TmFtZSI6IkNhbGlicmkiLCJJc0JvbGQiOmZhbHNlLCJJc0l0YWxpYyI6ZmFsc2UsIklzVW5kZXJsaW5lZCI6ZmFsc2UsIlBhcmVudFN0eWxlIjp7IiRyZWYiOiI3MyJ9fSwiQXV0b1NpemUiOjAsIkZvcmVncm91bmQiOnsiJGlkIjoiMTQwIiwiQ29sb3IiOnsiJGlkIjoiMTQx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QyIiwiTGluZUNvbG9yIjpudWxsLCJMaW5lV2VpZ2h0IjowLjAsIkxpbmVUeXBlIjowLCJQYXJlbnRTdHlsZSI6bnVsbH0sIlBhcmVudFN0eWxlIjp7IiRyZWYiOiI3MiJ9fSwiRGF0ZUZvcm1hdCI6eyIkcmVmIjoiNzkifSwiSXNWaXNpYmxlIjp0cnVlLCJQYXJlbnRTdHlsZSI6eyIkcmVmIjoiNTMifX0sIlBvc2l0aW9uIjp7IiRpZCI6IjE0MyIsIlJhdGlvIjowLjE3NTM5NTg4MDgwNTEyMTUzLCJJc0N1c3RvbSI6dHJ1ZX0sIklkIjoiYTU4ZjI5NDgtN2MwMy00M2MwLThhYmMtZjQxOTEzZTQwY2FlIiwiVGl0bGUiOiJNaWxlc3RvbmUgMSIsIk5vdGUiOm51bGwsIkh5cGVybGluayI6bnVsbCwiSXNDaGFuZ2VkIjpmYWxzZSwiSXNOZXciOnRydWV9LHsiJGlkIjoiMTQ0IiwiRGF0ZSI6IjIwMTUtMDUtMTVUMDA6MDA6MDBaIiwiU3R5bGUiOnsiJGlkIjoiMTQ1IiwiU2hhcGUiOjIsIkNvbm5lY3Rvck1hcmdpbiI6eyIkcmVmIjoiNTQifSwiQ29ubmVjdG9yU3R5bGUiOnsiJGlkIjoiMTQ2IiwiTGluZUNvbG9yIjp7IiRpZCI6IjE0NyIsIiR0eXBlIjoiTkxSRS5Db21tb24uRG9tLlNvbGlkQ29sb3JCcnVzaCwgTkxSRS5Db21tb24iLCJDb2xvciI6eyIkaWQiOiIxNDgiLCJBIjoyNTUsIlIiOjgsIkciOjEyNywiQiI6MTk1fX0sIkxpbmVXZWlnaHQiOjEuMCwiTGluZVR5cGUiOjAsIlBhcmVudFN0eWxlIjp7IiRyZWYiOiI1NSJ9fSwiSXNCZWxvd1RpbWViYW5kIjpmYWxzZSwiSGlkZURhdGUiOmZhbHNlLCJTaGFwZVNpemUiOjEsIlNwYWNpbmciOjAuMCwiUGFkZGluZyI6eyIkaWQiOiIxNDkiLCJUb3AiOjAsIkxlZnQiOjAsIlJpZ2h0IjowLCJCb3R0b20iOjB9LCJTaGFwZVN0eWxlIjp7IiRpZCI6IjE1MCIsIk1hcmdpbiI6eyIkcmVmIjoiNjAifSwiUGFkZGluZyI6eyIkcmVmIjoiNjEifSwiQmFja2dyb3VuZCI6eyIkaWQiOiIxNTEiLCJDb2xvciI6eyIkaWQiOiIxNTIiLCJBIjoyNTUsIlIiOjgsIkciOjEyNywiQiI6MTk1fX0sIklzVmlzaWJsZSI6dHJ1ZSwiV2lkdGgiOjEzLjAsIkhlaWdodCI6MTMuMCwiQm9yZGVyU3R5bGUiOnsiJGlkIjoiMTUzIiwiTGluZUNvbG9yIjp7IiRyZWYiOiI2MyJ9LCJMaW5lV2VpZ2h0IjowLjAsIkxpbmVUeXBlIjowLCJQYXJlbnRTdHlsZSI6eyIkcmVmIjoiNjIifX0sIlBhcmVudFN0eWxlIjp7IiRyZWYiOiI1OSJ9fSwiVGl0bGVTdHlsZSI6eyIkaWQiOiIxNTQiLCJGb250U2V0dGluZ3MiOnsiJGlkIjoiMTU1IiwiRm9udFNpemUiOjEwLCJGb250TmFtZSI6IkNhbGlicmkiLCJJc0JvbGQiOnRydWUsIklzSXRhbGljIjpmYWxzZSwiSXNVbmRlcmxpbmVkIjpmYWxzZSwiUGFyZW50U3R5bGUiOnsiJHJlZiI6IjY2In19LCJBdXRvU2l6ZSI6MCwiRm9yZWdyb3VuZCI6eyIkaWQiOiIxNTYiLCJDb2xvciI6eyIkaWQiOiIxNTc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1OCIsIkxpbmVDb2xvciI6bnVsbCwiTGluZVdlaWdodCI6MC4wLCJMaW5lVHlwZSI6MCwiUGFyZW50U3R5bGUiOm51bGx9LCJQYXJlbnRTdHlsZSI6eyIkcmVmIjoiNjUifX0sIkRhdGVTdHlsZSI6eyIkaWQiOiIxNTkiLCJGb250U2V0dGluZ3MiOnsiJGlkIjoiMTYwIiwiRm9udFNpemUiOjEwLCJGb250TmFtZSI6IkNhbGlicmkiLCJJc0JvbGQiOmZhbHNlLCJJc0l0YWxpYyI6ZmFsc2UsIklzVW5kZXJsaW5lZCI6ZmFsc2UsIlBhcmVudFN0eWxlIjp7IiRyZWYiOiI3MyJ9fSwiQXV0b1NpemUiOjAsIkZvcmVncm91bmQiOnsiJGlkIjoiMTYxIiwiQ29sb3IiOnsiJGlkIjoiMTYy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YzIiwiTGluZUNvbG9yIjpudWxsLCJMaW5lV2VpZ2h0IjowLjAsIkxpbmVUeXBlIjowLCJQYXJlbnRTdHlsZSI6bnVsbH0sIlBhcmVudFN0eWxlIjp7IiRyZWYiOiI3MiJ9fSwiRGF0ZUZvcm1hdCI6eyIkcmVmIjoiNzkifSwiSXNWaXNpYmxlIjp0cnVlLCJQYXJlbnRTdHlsZSI6eyIkcmVmIjoiNTMifX0sIlBvc2l0aW9uIjp7IiRpZCI6IjE2NCIsIlJhdGlvIjowLjEwODA5MzAzNTY2MjYxNTc0LCJJc0N1c3RvbSI6dHJ1ZX0sIklkIjoiNTI3NDNkZTgtYmI2ZC00MDQ0LTg5NmYtNDczODk4ZmU5ZGE3IiwiVGl0bGUiOiJNaWxlc3RvbmUgMiIsIk5vdGUiOm51bGwsIkh5cGVybGluayI6bnVsbCwiSXNDaGFuZ2VkIjpmYWxzZSwiSXNOZXciOnRydWV9LHsiJGlkIjoiMTY1IiwiRGF0ZSI6IjIwMTUtMDctMjFUMDA6MDA6MDBaIiwiU3R5bGUiOnsiJGlkIjoiMTY2IiwiU2hhcGUiOjgsIkNvbm5lY3Rvck1hcmdpbiI6eyIkcmVmIjoiNTQifSwiQ29ubmVjdG9yU3R5bGUiOnsiJGlkIjoiMTY3IiwiTGluZUNvbG9yIjp7IiRpZCI6IjE2OCIsIiR0eXBlIjoiTkxSRS5Db21tb24uRG9tLlNvbGlkQ29sb3JCcnVzaCwgTkxSRS5Db21tb24iLCJDb2xvciI6eyIkaWQiOiIxNjkiLCJBIjoyNTUsIlIiOjgsIkciOjEyNywiQiI6MTk1fX0sIkxpbmVXZWlnaHQiOjEuMCwiTGluZVR5cGUiOjAsIlBhcmVudFN0eWxlIjp7IiRyZWYiOiI1NSJ9fSwiSXNCZWxvd1RpbWViYW5kIjpmYWxzZSwiSGlkZURhdGUiOmZhbHNlLCJTaGFwZVNpemUiOjEsIlNwYWNpbmciOjAuMCwiUGFkZGluZyI6eyIkaWQiOiIxNzAiLCJUb3AiOjAsIkxlZnQiOjAsIlJpZ2h0IjowLCJCb3R0b20iOjB9LCJTaGFwZVN0eWxlIjp7IiRpZCI6IjE3MSIsIk1hcmdpbiI6eyIkcmVmIjoiNjAifSwiUGFkZGluZyI6eyIkcmVmIjoiNjEifSwiQmFja2dyb3VuZCI6eyIkaWQiOiIxNzIiLCJDb2xvciI6eyIkaWQiOiIxNzMiLCJBIjoyNTUsIlIiOjgsIkciOjEyNywiQiI6MTk1fX0sIklzVmlzaWJsZSI6dHJ1ZSwiV2lkdGgiOjE4LjAsIkhlaWdodCI6MjAuMCwiQm9yZGVyU3R5bGUiOnsiJGlkIjoiMTc0IiwiTGluZUNvbG9yIjp7IiRyZWYiOiI2MyJ9LCJMaW5lV2VpZ2h0IjowLjAsIkxpbmVUeXBlIjowLCJQYXJlbnRTdHlsZSI6eyIkcmVmIjoiNjIifX0sIlBhcmVudFN0eWxlIjp7IiRyZWYiOiI1OSJ9fSwiVGl0bGVTdHlsZSI6eyIkaWQiOiIxNzUiLCJGb250U2V0dGluZ3MiOnsiJGlkIjoiMTc2IiwiRm9udFNpemUiOjEwLCJGb250TmFtZSI6IkNhbGlicmkiLCJJc0JvbGQiOnRydWUsIklzSXRhbGljIjpmYWxzZSwiSXNVbmRlcmxpbmVkIjpmYWxzZSwiUGFyZW50U3R5bGUiOnsiJHJlZiI6IjY2In19LCJBdXRvU2l6ZSI6MCwiRm9yZWdyb3VuZCI6eyIkaWQiOiIxNzciLCJDb2xvciI6eyIkaWQiOiIxNzgiLCJBIjoyNTUsIlIiOjU5LCJHIjo4OSwiQiI6MTUyfX0sIk1heFdpZHRoIjo1MS42MjUwMzgxNDY5NzI2NTY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3OSIsIkxpbmVDb2xvciI6bnVsbCwiTGluZVdlaWdodCI6MC4wLCJMaW5lVHlwZSI6MCwiUGFyZW50U3R5bGUiOm51bGx9LCJQYXJlbnRTdHlsZSI6eyIkcmVmIjoiNjUifX0sIkRhdGVTdHlsZSI6eyIkaWQiOiIxODAiLCJGb250U2V0dGluZ3MiOnsiJGlkIjoiMTgxIiwiRm9udFNpemUiOjEwLCJGb250TmFtZSI6IkNhbGlicmkiLCJJc0JvbGQiOmZhbHNlLCJJc0l0YWxpYyI6ZmFsc2UsIklzVW5kZXJsaW5lZCI6ZmFsc2UsIlBhcmVudFN0eWxlIjp7IiRyZWYiOiI3MyJ9fSwiQXV0b1NpemUiOjAsIkZvcmVncm91bmQiOnsiJGlkIjoiMTgyIiwiQ29sb3IiOnsiJGlkIjoiMTgz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0IiwiTGluZUNvbG9yIjpudWxsLCJMaW5lV2VpZ2h0IjowLjAsIkxpbmVUeXBlIjowLCJQYXJlbnRTdHlsZSI6bnVsbH0sIlBhcmVudFN0eWxlIjp7IiRyZWYiOiI3MiJ9fSwiRGF0ZUZvcm1hdCI6eyIkcmVmIjoiNzkifSwiSXNWaXNpYmxlIjp0cnVlLCJQYXJlbnRTdHlsZSI6eyIkcmVmIjoiNTMifX0sIlBvc2l0aW9uIjp7IiRpZCI6IjE4NSIsIlJhdGlvIjowLjA4NDA2MjQyMDg4MDM1MzAxMiwiSXNDdXN0b20iOnRydWV9LCJJZCI6ImE1NGJjODI3LWIwNTEtNDZkMS04YjU1LTlmNjE4NzIzZTJiNCIsIlRpdGxlIjoiTWlsZXN0b25lIDMiLCJOb3RlIjpudWxsLCJIeXBlcmxpbmsiOm51bGwsIklzQ2hhbmdlZCI6ZmFsc2UsIklzTmV3Ijp0cnVlfSx7IiRpZCI6IjE4NiIsIkRhdGUiOiIyMDE1LTA4LTEyVDAwOjAwOjAwWiIsIlN0eWxlIjp7IiRpZCI6IjE4NyIsIlNoYXBlIjo4LCJDb25uZWN0b3JNYXJnaW4iOnsiJHJlZiI6IjU0In0sIkNvbm5lY3RvclN0eWxlIjp7IiRpZCI6IjE4OCIsIkxpbmVDb2xvciI6eyIkaWQiOiIxODkiLCIkdHlwZSI6Ik5MUkUuQ29tbW9uLkRvbS5Tb2xpZENvbG9yQnJ1c2gsIE5MUkUuQ29tbW9uIiwiQ29sb3IiOnsiJGlkIjoiMTkwIiwiQSI6MjU1LCJSIjoyMjAsIkciOjg5LCJCIjozNn19LCJMaW5lV2VpZ2h0IjoxLjAsIkxpbmVUeXBlIjowLCJQYXJlbnRTdHlsZSI6eyIkcmVmIjoiNTUifX0sIklzQmVsb3dUaW1lYmFuZCI6ZmFsc2UsIkhpZGVEYXRlIjpmYWxzZSwiU2hhcGVTaXplIjoxLCJTcGFjaW5nIjowLjAsIlBhZGRpbmciOnsiJGlkIjoiMTkxIiwiVG9wIjowLCJMZWZ0IjowLCJSaWdodCI6MCwiQm90dG9tIjowfSwiU2hhcGVTdHlsZSI6eyIkaWQiOiIxOTIiLCJNYXJnaW4iOnsiJHJlZiI6IjYwIn0sIlBhZGRpbmciOnsiJHJlZiI6IjYxIn0sIkJhY2tncm91bmQiOnsiJGlkIjoiMTkzIiwiQ29sb3IiOnsiJGlkIjoiMTk0IiwiQSI6MjU1LCJSIjoyMjAsIkciOjg5LCJCIjozNn19LCJJc1Zpc2libGUiOnRydWUsIldpZHRoIjoxOC4wLCJIZWlnaHQiOjIwLjAsIkJvcmRlclN0eWxlIjp7IiRpZCI6IjE5NSIsIkxpbmVDb2xvciI6eyIkcmVmIjoiNjMifSwiTGluZVdlaWdodCI6MC4wLCJMaW5lVHlwZSI6MCwiUGFyZW50U3R5bGUiOnsiJHJlZiI6IjYyIn19LCJQYXJlbnRTdHlsZSI6eyIkcmVmIjoiNTkifX0sIlRpdGxlU3R5bGUiOnsiJGlkIjoiMTk2IiwiRm9udFNldHRpbmdzIjp7IiRpZCI6IjE5NyIsIkZvbnRTaXplIjoxMCwiRm9udE5hbWUiOiJDYWxpYnJpIiwiSXNCb2xkIjp0cnVlLCJJc0l0YWxpYyI6ZmFsc2UsIklzVW5kZXJsaW5lZCI6ZmFsc2UsIlBhcmVudFN0eWxlIjp7IiRyZWYiOiI2NiJ9fSwiQXV0b1NpemUiOjAsIkZvcmVncm91bmQiOnsiJGlkIjoiMTk4IiwiQ29sb3IiOnsiJGlkIjoiMTk5IiwiQSI6MjU1LCJSIjoyMTAsIkciOjcxLCJCIjozOH19LCJNYXhXaWR0aCI6NTEuNjI1MDM4MTQ2OTcyNjU2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MDAiLCJMaW5lQ29sb3IiOm51bGwsIkxpbmVXZWlnaHQiOjAuMCwiTGluZVR5cGUiOjAsIlBhcmVudFN0eWxlIjpudWxsfSwiUGFyZW50U3R5bGUiOnsiJHJlZiI6IjY1In19LCJEYXRlU3R5bGUiOnsiJGlkIjoiMjAxIiwiRm9udFNldHRpbmdzIjp7IiRpZCI6IjIwMiIsIkZvbnRTaXplIjoxMCwiRm9udE5hbWUiOiJDYWxpYnJpIiwiSXNCb2xkIjpmYWxzZSwiSXNJdGFsaWMiOmZhbHNlLCJJc1VuZGVybGluZWQiOmZhbHNlLCJQYXJlbnRTdHlsZSI6eyIkcmVmIjoiNzMifX0sIkF1dG9TaXplIjowLCJGb3JlZ3JvdW5kIjp7IiRpZCI6IjIwMyIsIkNvbG9yIjp7IiRpZCI6IjIwNCIsIkEiOjI1NSwiUiI6MTI3LCJHIjoxMjcsIkIiOjEyN31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IwNSIsIkxpbmVDb2xvciI6bnVsbCwiTGluZVdlaWdodCI6MC4wLCJMaW5lVHlwZSI6MCwiUGFyZW50U3R5bGUiOm51bGx9LCJQYXJlbnRTdHlsZSI6eyIkcmVmIjoiNzIifX0sIkRhdGVGb3JtYXQiOnsiJHJlZiI6Ijc5In0sIklzVmlzaWJsZSI6dHJ1ZSwiUGFyZW50U3R5bGUiOnsiJHJlZiI6IjUzIn19LCJQb3NpdGlvbiI6eyIkaWQiOiIyMDYiLCJSYXRpbyI6MC4xNDY3NTAyMTcwMTM4ODg4OCwiSXNDdXN0b20iOnRydWV9LCJJZCI6IjkzYWZiNTU0LTU1MmEtNDIyMS1hNTM4LTBmNzkxOTQwOWFhNyIsIlRpdGxlIjoiTWlsZXN0b25lIDQiLCJOb3RlIjpudWxsLCJIeXBlcmxpbmsiOm51bGwsIklzQ2hhbmdlZCI6ZmFsc2UsIklzTmV3Ijp0cnVlfSx7IiRpZCI6IjIwNyIsIkRhdGUiOiIyMDE1LTExLTA3VDAwOjAwOjAwWiIsIlN0eWxlIjp7IiRpZCI6IjIwOCIsIlNoYXBlIjoxNCwiQ29ubmVjdG9yTWFyZ2luIjp7IiRyZWYiOiI1NCJ9LCJDb25uZWN0b3JTdHlsZSI6eyIkaWQiOiIyMDkiLCJMaW5lQ29sb3IiOnsiJGlkIjoiMjEwIiwiJHR5cGUiOiJOTFJFLkNvbW1vbi5Eb20uU29saWRDb2xvckJydXNoLCBOTFJFLkNvbW1vbiIsIkNvbG9yIjp7IiRpZCI6IjIxMSIsIkEiOjI1NSwiUiI6MjU1LCJHIjoxOTIsIkIiOjB9fSwiTGluZVdlaWdodCI6MS4wLCJMaW5lVHlwZSI6MCwiUGFyZW50U3R5bGUiOnsiJHJlZiI6IjU1In19LCJJc0JlbG93VGltZWJhbmQiOmZhbHNlLCJIaWRlRGF0ZSI6ZmFsc2UsIlNoYXBlU2l6ZSI6MSwiU3BhY2luZyI6MC4wLCJQYWRkaW5nIjp7IiRpZCI6IjIxMiIsIlRvcCI6MCwiTGVmdCI6MCwiUmlnaHQiOjAsIkJvdHRvbSI6MH0sIlNoYXBlU3R5bGUiOnsiJGlkIjoiMjEzIiwiTWFyZ2luIjp7IiRyZWYiOiI2MCJ9LCJQYWRkaW5nIjp7IiRyZWYiOiI2MSJ9LCJCYWNrZ3JvdW5kIjp7IiRpZCI6IjIxNCIsIkNvbG9yIjp7IiRpZCI6IjIxNSIsIkEiOjI1NSwiUiI6MjU1LCJHIjoxOTIsIkIiOjB9fSwiSXNWaXNpYmxlIjp0cnVlLCJXaWR0aCI6MTguMCwiSGVpZ2h0IjoyMC4wLCJCb3JkZXJTdHlsZSI6eyIkaWQiOiIyMTYiLCJMaW5lQ29sb3IiOnsiJHJlZiI6IjYzIn0sIkxpbmVXZWlnaHQiOjAuMCwiTGluZVR5cGUiOjAsIlBhcmVudFN0eWxlIjp7IiRyZWYiOiI2MiJ9fSwiUGFyZW50U3R5bGUiOnsiJHJlZiI6IjU5In19LCJUaXRsZVN0eWxlIjp7IiRpZCI6IjIxNyIsIkZvbnRTZXR0aW5ncyI6eyIkaWQiOiIyMTgiLCJGb250U2l6ZSI6MTAsIkZvbnROYW1lIjoiQ2FsaWJyaSIsIklzQm9sZCI6dHJ1ZSwiSXNJdGFsaWMiOmZhbHNlLCJJc1VuZGVybGluZWQiOmZhbHNlLCJQYXJlbnRTdHlsZSI6eyIkcmVmIjoiNjYifX0sIkF1dG9TaXplIjowLCJGb3JlZ3JvdW5kIjp7IiRpZCI6IjIxOSIsIkNvbG9yIjp7IiRpZCI6IjIyMCIsIkEiOjI1NSwiUiI6MjU1LCJHIjoxNTMsIkIiOjB9fSwiTWF4V2lkdGgiOjUxLjYyNDk2MTg1MzAyNzM0N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IxIiwiTGluZUNvbG9yIjpudWxsLCJMaW5lV2VpZ2h0IjowLjAsIkxpbmVUeXBlIjowLCJQYXJlbnRTdHlsZSI6bnVsbH0sIlBhcmVudFN0eWxlIjp7IiRyZWYiOiI2NSJ9fSwiRGF0ZVN0eWxlIjp7IiRpZCI6IjIyMiIsIkZvbnRTZXR0aW5ncyI6eyIkaWQiOiIyMjMiLCJGb250U2l6ZSI6OCwiRm9udE5hbWUiOiJDYWxpYnJpIiwiSXNCb2xkIjpmYWxzZSwiSXNJdGFsaWMiOmZhbHNlLCJJc1VuZGVybGluZWQiOmZhbHNlLCJQYXJlbnRTdHlsZSI6eyIkcmVmIjoiNzMifX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ZmFsc2UsIldpZHRoIjowLjAsIkhlaWdodCI6MC4wLCJCb3JkZXJTdHlsZSI6eyIkaWQiOiIyMjQiLCJMaW5lQ29sb3IiOm51bGwsIkxpbmVXZWlnaHQiOjAuMCwiTGluZVR5cGUiOjAsIlBhcmVudFN0eWxlIjpudWxsfSwiUGFyZW50U3R5bGUiOnsiJHJlZiI6IjcyIn19LCJEYXRlRm9ybWF0Ijp7IiRyZWYiOiI3OSJ9LCJJc1Zpc2libGUiOnRydWUsIlBhcmVudFN0eWxlIjp7IiRyZWYiOiI1MyJ9fSwiUG9zaXRpb24iOnsiJGlkIjoiMjI1IiwiUmF0aW8iOjAuMTAxMTM1MTY5MTM1MTk5NjUsIklzQ3VzdG9tIjp0cnVlfSwiSWQiOiI2YTI4M2IzNi03Mzc1LTQxNWItOTJiMC1lNWZjNGUxNmEwY2MiLCJUaXRsZSI6Ik1pbGVzdG9uZSA1IiwiTm90ZSI6bnVsbCwiSHlwZXJsaW5rIjpudWxsLCJJc0NoYW5nZWQiOmZhbHNlLCJJc05ldyI6dHJ1ZX0seyIkaWQiOiIyMjYiLCJEYXRlIjoiMjAxNS0xMi0yMFQwMDowMDowMFoiLCJTdHlsZSI6eyIkaWQiOiIyMjciLCJTaGFwZSI6OCwiQ29ubmVjdG9yTWFyZ2luIjp7IiRyZWYiOiI1NCJ9LCJDb25uZWN0b3JTdHlsZSI6eyIkaWQiOiIyMjgiLCJMaW5lQ29sb3IiOnsiJGlkIjoiMjI5IiwiJHR5cGUiOiJOTFJFLkNvbW1vbi5Eb20uU29saWRDb2xvckJydXNoLCBOTFJFLkNvbW1vbiIsIkNvbG9yIjp7IiRpZCI6IjIzMCIsIkEiOjI1NSwiUiI6OTgsIkciOjE4MSwiQiI6MTIzfX0sIkxpbmVXZWlnaHQiOjEuMCwiTGluZVR5cGUiOjAsIlBhcmVudFN0eWxlIjp7IiRyZWYiOiI1NSJ9fSwiSXNCZWxvd1RpbWViYW5kIjpmYWxzZSwiSGlkZURhdGUiOmZhbHNlLCJTaGFwZVNpemUiOjEsIlNwYWNpbmciOjAuMCwiUGFkZGluZyI6eyIkaWQiOiIyMzEiLCJUb3AiOjAsIkxlZnQiOjAsIlJpZ2h0IjowLCJCb3R0b20iOjB9LCJTaGFwZVN0eWxlIjp7IiRpZCI6IjIzMiIsIk1hcmdpbiI6eyIkcmVmIjoiNjAifSwiUGFkZGluZyI6eyIkcmVmIjoiNjEifSwiQmFja2dyb3VuZCI6eyIkaWQiOiIyMzMiLCJDb2xvciI6eyIkaWQiOiIyMzQiLCJBIjoyNTUsIlIiOjk4LCJHIjoxODEsIkIiOjEyM319LCJJc1Zpc2libGUiOnRydWUsIldpZHRoIjoxOC4wLCJIZWlnaHQiOjIwLjAsIkJvcmRlclN0eWxlIjp7IiRpZCI6IjIzNSIsIkxpbmVDb2xvciI6eyIkcmVmIjoiNjMifSwiTGluZVdlaWdodCI6MC4wLCJMaW5lVHlwZSI6MCwiUGFyZW50U3R5bGUiOnsiJHJlZiI6IjYyIn19LCJQYXJlbnRTdHlsZSI6eyIkcmVmIjoiNTkifX0sIlRpdGxlU3R5bGUiOnsiJGlkIjoiMjM2IiwiRm9udFNldHRpbmdzIjp7IiRpZCI6IjIzNyIsIkZvbnRTaXplIjoxMCwiRm9udE5hbWUiOiJDYWxpYnJpIiwiSXNCb2xkIjp0cnVlLCJJc0l0YWxpYyI6ZmFsc2UsIklzVW5kZXJsaW5lZCI6ZmFsc2UsIlBhcmVudFN0eWxlIjp7IiRyZWYiOiI2NiJ9fSwiQXV0b1NpemUiOjAsIkZvcmVncm91bmQiOnsiJGlkIjoiMjM4IiwiQ29sb3IiOnsiJGlkIjoiMjM5IiwiQSI6MjU1LCJSIjo3MiwiRyI6MTU0LCJCIjo5N319LCJNYXhXaWR0aCI6NTEuNjI0OTYxODUzMDI3MzQ0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NDAiLCJMaW5lQ29sb3IiOm51bGwsIkxpbmVXZWlnaHQiOjAuMCwiTGluZVR5cGUiOjAsIlBhcmVudFN0eWxlIjpudWxsfSwiUGFyZW50U3R5bGUiOnsiJHJlZiI6IjY1In19LCJEYXRlU3R5bGUiOnsiJGlkIjoiMjQxIiwiRm9udFNldHRpbmdzIjp7IiRpZCI6IjI0MiIsIkZvbnRTaXplIjo4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mYWxzZSwiV2lkdGgiOjAuMCwiSGVpZ2h0IjowLjAsIkJvcmRlclN0eWxlIjp7IiRpZCI6IjI0MyIsIkxpbmVDb2xvciI6bnVsbCwiTGluZVdlaWdodCI6MC4wLCJMaW5lVHlwZSI6MCwiUGFyZW50U3R5bGUiOm51bGx9LCJQYXJlbnRTdHlsZSI6eyIkcmVmIjoiNzIifX0sIkRhdGVGb3JtYXQiOnsiJHJlZiI6Ijc5In0sIklzVmlzaWJsZSI6dHJ1ZSwiUGFyZW50U3R5bGUiOnsiJHJlZiI6IjUzIn19LCJQb3NpdGlvbiI6eyIkaWQiOiIyNDQiLCJSYXRpbyI6MC4wNTg2OTIxOTc0NDY0Njk5MDQsIklzQ3VzdG9tIjp0cnVlfSwiSWQiOiI3YjA5OTY0Ni00ZmZkLTRjZDMtYTNiMy04M2FiMWJhMjI0MzgiLCJUaXRsZSI6Ik1pbGVzdG9uZSA2IiwiTm90ZSI6bnVsbCwiSHlwZXJsaW5rIjpudWxsLCJJc0NoYW5nZWQiOmZhbHNlLCJJc05ldyI6dHJ1ZX0seyIkaWQiOiIyNDUiLCJEYXRlIjoiMjAxNi0wMS0zMFQwMDowMDowMFoiLCJTdHlsZSI6eyIkaWQiOiIyNDYiLCJTaGFwZSI6MTMsIkNvbm5lY3Rvck1hcmdpbiI6eyIkcmVmIjoiNTQifSwiQ29ubmVjdG9yU3R5bGUiOnsiJGlkIjoiMjQ3IiwiTGluZUNvbG9yIjp7IiRpZCI6IjI0OCIsIiR0eXBlIjoiTkxSRS5Db21tb24uRG9tLlNvbGlkQ29sb3JCcnVzaCwgTkxSRS5Db21tb24iLCJDb2xvciI6eyIkaWQiOiIyNDkiLCJBIjoyNTUsIlIiOjk4LCJHIjoxODEsIkIiOjEyM319LCJMaW5lV2VpZ2h0IjoxLjAsIkxpbmVUeXBlIjowLCJQYXJlbnRTdHlsZSI6eyIkcmVmIjoiNTUifX0sIklzQmVsb3dUaW1lYmFuZCI6ZmFsc2UsIkhpZGVEYXRlIjpmYWxzZSwiU2hhcGVTaXplIjoyLCJTcGFjaW5nIjowLjAsIlBhZGRpbmciOnsiJGlkIjoiMjUwIiwiVG9wIjowLCJMZWZ0IjowLCJSaWdodCI6MCwiQm90dG9tIjowfSwiU2hhcGVTdHlsZSI6eyIkaWQiOiIyNTEiLCJNYXJnaW4iOnsiJHJlZiI6IjYwIn0sIlBhZGRpbmciOnsiJHJlZiI6IjYxIn0sIkJhY2tncm91bmQiOnsiJGlkIjoiMjUyIiwiQ29sb3IiOnsiJGlkIjoiMjUzIiwiQSI6MjU1LCJSIjo5OCwiRyI6MTgxLCJCIjoxMjN9fSwiSXNWaXNpYmxlIjp0cnVlLCJXaWR0aCI6MjQuMCwiSGVpZ2h0IjoyNi4wLCJCb3JkZXJTdHlsZSI6eyIkaWQiOiIyNTQiLCJMaW5lQ29sb3IiOnsiJHJlZiI6IjYzIn0sIkxpbmVXZWlnaHQiOjAuMCwiTGluZVR5cGUiOjAsIlBhcmVudFN0eWxlIjp7IiRyZWYiOiI2MiJ9fSwiUGFyZW50U3R5bGUiOnsiJHJlZiI6IjU5In19LCJUaXRsZVN0eWxlIjp7IiRpZCI6IjI1NSIsIkZvbnRTZXR0aW5ncyI6eyIkaWQiOiIyNTYiLCJGb250U2l6ZSI6MTAsIkZvbnROYW1lIjoiQ2FsaWJyaSIsIklzQm9sZCI6dHJ1ZSwiSXNJdGFsaWMiOmZhbHNlLCJJc1VuZGVybGluZWQiOmZhbHNlLCJQYXJlbnRTdHlsZSI6eyIkcmVmIjoiNjYifX0sIkF1dG9TaXplIjowLCJGb3JlZ3JvdW5kIjp7IiRpZCI6IjI1NyIsIkNvbG9yIjp7IiRpZCI6IjI1OCIsIkEiOjI1NSwiUiI6NzIsIkciOjE1NCwiQiI6OTd9fSwiTWF4V2lkdGgiOjUxLjYyNDk2MTg1MzAyNzM0N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U5IiwiTGluZUNvbG9yIjpudWxsLCJMaW5lV2VpZ2h0IjowLjAsIkxpbmVUeXBlIjowLCJQYXJlbnRTdHlsZSI6bnVsbH0sIlBhcmVudFN0eWxlIjp7IiRyZWYiOiI2NSJ9fSwiRGF0ZVN0eWxlIjp7IiRpZCI6IjI2MCIsIkZvbnRTZXR0aW5ncyI6eyIkaWQiOiIyNjEiLCJGb250U2l6ZSI6MTAsIkZvbnROYW1lIjoiQ2FsaWJyaSIsIklzQm9sZCI6ZmFsc2UsIklzSXRhbGljIjpmYWxzZSwiSXNVbmRlcmxpbmVkIjpmYWxzZSwiUGFyZW50U3R5bGUiOnsiJHJlZiI6IjczIn19LCJBdXRvU2l6ZSI6MCwiRm9yZWdyb3VuZCI6eyIkaWQiOiIyNjIiLCJDb2xvciI6eyIkaWQiOiIyNjMiLCJBIjoyNTUsIlIiOjEyNywiRyI6MTI3LCJCIjoxMjd9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yNjQiLCJMaW5lQ29sb3IiOm51bGwsIkxpbmVXZWlnaHQiOjAuMCwiTGluZVR5cGUiOjAsIlBhcmVudFN0eWxlIjpudWxsfSwiUGFyZW50U3R5bGUiOnsiJHJlZiI6IjcyIn19LCJEYXRlRm9ybWF0Ijp7IiRyZWYiOiI3OSJ9LCJJc1Zpc2libGUiOnRydWUsIlBhcmVudFN0eWxlIjp7IiRyZWYiOiI1MyJ9fSwiUG9zaXRpb24iOnsiJGlkIjoiMjY1IiwiUmF0aW8iOjAuMDkxNzY1MDg1ODU2MTE5OCwiSXNDdXN0b20iOnRydWV9LCJJZCI6IjdmNTgzZGUwLTg1NGEtNGNhYy1iODk4LTM3ZjNhMzc5YmI0YSIsIlRpdGxlIjoiTWlsZXN0b25lIDciLCJOb3RlIjpudWxsLCJIeXBlcmxpbmsiOm51bGwsIklzQ2hhbmdlZCI6ZmFsc2UsIklzTmV3Ijp0cnVlfV0sIlRhc2tzIjpbeyIkaWQiOiIyNjYiLCJHcm91cE5hbWUiOm51bGwsIlN0YXJ0RGF0ZSI6IjIwMTUtMDctMjVUMDA6MDA6MDBaIiwiRW5kRGF0ZSI6IjIwMTUtMDgtMDFUMjM6NTk6NTlaIiwiUGVyY2VudGFnZUNvbXBsZXRlIjpudWxsLCJTdHlsZSI6eyIkaWQiOiIyNjciLCJTaGFwZSI6MiwiU2hhcGVUaGlja25lc3MiOjEsIkR1cmF0aW9uRm9ybWF0IjowLCJJbmNsdWRlTm9uV29ya2luZ0RheXNJbkR1cmF0aW9uIjpmYWxzZSwiUGVyY2VudGFnZUNvbXBsZXRlU3R5bGUiOnsiJGlkIjoiMjY4IiwiRm9udFNldHRpbmdzIjp7IiRpZCI6IjI2OS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3MCIsIkxpbmVDb2xvciI6bnVsbCwiTGluZVdlaWdodCI6MC4wLCJMaW5lVHlwZSI6MCwiUGFyZW50U3R5bGUiOm51bGx9LCJQYXJlbnRTdHlsZSI6eyIkcmVmIjoiODEifX0sIkR1cmF0aW9uU3R5bGUiOnsiJGlkIjoiMjcxIiwiRm9udFNldHRpbmdzIjp7IiRpZCI6IjI3MiIsIkZvbnRTaXplIjoxMCwiRm9udE5hbWUiOiJDYWxpYnJpIiwiSXNCb2xkIjpmYWxzZSwiSXNJdGFsaWMiOmZhbHNlLCJJc1VuZGVybGluZWQiOmZhbHNlLCJQYXJlbnRTdHlsZSI6eyIkcmVmIjoiODkifX0sIkF1dG9TaXplIjowLCJGb3JlZ3JvdW5kIjp7IiRpZCI6IjI3MyIsIkNvbG9yIjp7IiRpZCI6IjI3NC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yNzUiLCJMaW5lQ29sb3IiOm51bGwsIkxpbmVXZWlnaHQiOjAuMCwiTGluZVR5cGUiOjAsIlBhcmVudFN0eWxlIjpudWxsfSwiUGFyZW50U3R5bGUiOnsiJHJlZiI6Ijg4In19LCJIb3Jpem9udGFsQ29ubmVjdG9yU3R5bGUiOnsiJGlkIjoiMjc2IiwiTGluZUNvbG9yIjp7IiRyZWYiOiI5NiJ9LCJMaW5lV2VpZ2h0IjowLjAsIkxpbmVUeXBlIjowLCJQYXJlbnRTdHlsZSI6eyIkcmVmIjoiOTUifX0sIlZlcnRpY2FsQ29ubmVjdG9yU3R5bGUiOnsiJGlkIjoiMjc3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jc4IiwiTWFyZ2luIjp7IiRyZWYiOiIxMDIifSwiUGFkZGluZyI6eyIkcmVmIjoiMTAzIn0sIkJhY2tncm91bmQiOnsiJGlkIjoiMjc5IiwiQ29sb3IiOnsiJGlkIjoiMjgwIiwiQSI6MjU1LCJSIjo4LCJHIjoxMjcsIkIiOjE5NX19LCJJc1Zpc2libGUiOnRydWUsIldpZHRoIjowLjAsIkhlaWdodCI6MTYuMCwiQm9yZGVyU3R5bGUiOnsiJGlkIjoiMjgxIiwiTGluZUNvbG9yIjp7IiRpZCI6IjI4MiIsIiR0eXBlIjoiTkxSRS5Db21tb24uRG9tLlNvbGlkQ29sb3JCcnVzaCwgTkxSRS5Db21tb24iLCJDb2xvciI6eyIkaWQiOiIyODMiLCJBIjoyNTUsIlIiOjI1NSwiRyI6MCwiQiI6MH19LCJMaW5lV2VpZ2h0IjowLjAsIkxpbmVUeXBlIjowLCJQYXJlbnRTdHlsZSI6bnVsbH0sIlBhcmVudFN0eWxlIjp7IiRyZWYiOiIxMDEifX0sIlRpdGxlU3R5bGUiOnsiJGlkIjoiMjg0IiwiRm9udFNldHRpbmdzIjp7IiRpZCI6IjI4NSIsIkZvbnRTaXplIjoxMCwiRm9udE5hbWUiOiJDYWxpYnJpIiwiSXNCb2xkIjp0cnVlLCJJc0l0YWxpYyI6ZmFsc2UsIklzVW5kZXJsaW5lZCI6ZmFsc2UsIlBhcmVudFN0eWxlIjp7IiRyZWYiOiIxMDgifX0sIkF1dG9TaXplIjowLCJGb3JlZ3JvdW5kIjp7IiRpZCI6IjI4NiIsIkNvbG9yIjp7IiRpZCI6IjI4NyIsIkEiOjI1NSwiUiI6MCwiRyI6MTEyLCJCIjoxOTJ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jg4IiwiTGluZUNvbG9yIjpudWxsLCJMaW5lV2VpZ2h0IjowLjAsIkxpbmVUeXBlIjowLCJQYXJlbnRTdHlsZSI6bnVsbH0sIlBhcmVudFN0eWxlIjp7IiRyZWYiOiIxMDcifX0sIkRhdGVTdHlsZSI6eyIkaWQiOiIyODkiLCJGb250U2V0dGluZ3MiOnsiJGlkIjoiMjkwIiwiRm9udFNpemUiOjEwLCJGb250TmFtZSI6IkNhbGlicmkiLCJJc0JvbGQiOmZhbHNlLCJJc0l0YWxpYyI6ZmFsc2UsIklzVW5kZXJsaW5lZCI6ZmFsc2UsIlBhcmVudFN0eWxlIjp7IiRyZWYiOiIxMTUifX0sIkF1dG9TaXplIjowLCJGb3JlZ3JvdW5kIjp7IiRpZCI6IjI5MSIsIkNvbG9yIjp7IiRpZCI6IjI5Mi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I5MyIsIkxpbmVDb2xvciI6bnVsbCwiTGluZVdlaWdodCI6MC4wLCJMaW5lVHlwZSI6MCwiUGFyZW50U3R5bGUiOm51bGx9LCJQYXJlbnRTdHlsZSI6eyIkcmVmIjoiMTE0In19LCJEYXRlRm9ybWF0Ijp7IiRpZCI6IjI5NCIsIkZvcm1hdFN0cmluZyI6Ik1NTSBkIiwiU2VwYXJhdG9yIjoiLyIsIlVzZUludGVybmF0aW9uYWxEYXRlRm9ybWF0IjpmYWxzZX0sIklzVmlzaWJsZSI6dHJ1ZSwiUGFyZW50U3R5bGUiOnsiJHJlZiI6IjgwIn19LCJJbmRleCI6MCwiSWQiOiI3YzUxOGZiMy03ZjIxLTQyYmItOGUwNC00NTkyMGQwNDAzYjUiLCJUaXRsZSI6IlRhc2sgMSBIZXJlIiwiTm90ZSI6bnVsbCwiSHlwZXJsaW5rIjpudWxsLCJJc0NoYW5nZWQiOmZhbHNlLCJJc05ldyI6dHJ1ZX0seyIkaWQiOiIyOTUiLCJHcm91cE5hbWUiOm51bGwsIlN0YXJ0RGF0ZSI6IjIwMTUtMDgtMTVUMDA6MDA6MDBaIiwiRW5kRGF0ZSI6IjIwMTUtMDktMDdUMjM6NTk6NTlaIiwiUGVyY2VudGFnZUNvbXBsZXRlIjpudWxsLCJTdHlsZSI6eyIkaWQiOiIyOTYiLCJTaGFwZSI6MiwiU2hhcGVUaGlja25lc3MiOjEsIkR1cmF0aW9uRm9ybWF0IjowLCJJbmNsdWRlTm9uV29ya2luZ0RheXNJbkR1cmF0aW9uIjpmYWxzZSwiUGVyY2VudGFnZUNvbXBsZXRlU3R5bGUiOnsiJGlkIjoiMjk3IiwiRm9udFNldHRpbmdzIjp7IiRpZCI6IjI5OC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5OSIsIkxpbmVDb2xvciI6bnVsbCwiTGluZVdlaWdodCI6MC4wLCJMaW5lVHlwZSI6MCwiUGFyZW50U3R5bGUiOm51bGx9LCJQYXJlbnRTdHlsZSI6eyIkcmVmIjoiODEifX0sIkR1cmF0aW9uU3R5bGUiOnsiJGlkIjoiMzAwIiwiRm9udFNldHRpbmdzIjp7IiRpZCI6IjMwMSIsIkZvbnRTaXplIjoxMCwiRm9udE5hbWUiOiJDYWxpYnJpIiwiSXNCb2xkIjpmYWxzZSwiSXNJdGFsaWMiOmZhbHNlLCJJc1VuZGVybGluZWQiOmZhbHNlLCJQYXJlbnRTdHlsZSI6eyIkcmVmIjoiODkifX0sIkF1dG9TaXplIjowLCJGb3JlZ3JvdW5kIjp7IiRpZCI6IjMwMiIsIkNvbG9yIjp7IiRpZCI6IjMwMy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DQiLCJMaW5lQ29sb3IiOm51bGwsIkxpbmVXZWlnaHQiOjAuMCwiTGluZVR5cGUiOjAsIlBhcmVudFN0eWxlIjpudWxsfSwiUGFyZW50U3R5bGUiOnsiJHJlZiI6Ijg4In19LCJIb3Jpem9udGFsQ29ubmVjdG9yU3R5bGUiOnsiJGlkIjoiMzA1IiwiTGluZUNvbG9yIjp7IiRyZWYiOiI5NiJ9LCJMaW5lV2VpZ2h0IjowLjAsIkxpbmVUeXBlIjowLCJQYXJlbnRTdHlsZSI6eyIkcmVmIjoiOTUifX0sIlZlcnRpY2FsQ29ubmVjdG9yU3R5bGUiOnsiJGlkIjoiMzA2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A3IiwiTWFyZ2luIjp7IiRyZWYiOiIxMDIifSwiUGFkZGluZyI6eyIkcmVmIjoiMTAzIn0sIkJhY2tncm91bmQiOnsiJGlkIjoiMzA4IiwiQ29sb3IiOnsiJGlkIjoiMzA5IiwiQSI6MjU1LCJSIjoyMTAsIkciOjcxLCJCIjozOH19LCJJc1Zpc2libGUiOnRydWUsIldpZHRoIjowLjAsIkhlaWdodCI6MTYuMCwiQm9yZGVyU3R5bGUiOnsiJGlkIjoiMzEwIiwiTGluZUNvbG9yIjp7IiRpZCI6IjMxMSIsIiR0eXBlIjoiTkxSRS5Db21tb24uRG9tLlNvbGlkQ29sb3JCcnVzaCwgTkxSRS5Db21tb24iLCJDb2xvciI6eyIkaWQiOiIzMTIiLCJBIjoyNTUsIlIiOjI1NSwiRyI6MCwiQiI6MH19LCJMaW5lV2VpZ2h0IjowLjAsIkxpbmVUeXBlIjowLCJQYXJlbnRTdHlsZSI6bnVsbH0sIlBhcmVudFN0eWxlIjp7IiRyZWYiOiIxMDEifX0sIlRpdGxlU3R5bGUiOnsiJGlkIjoiMzEzIiwiRm9udFNldHRpbmdzIjp7IiRpZCI6IjMxNCIsIkZvbnRTaXplIjoxMCwiRm9udE5hbWUiOiJDYWxpYnJpIiwiSXNCb2xkIjp0cnVlLCJJc0l0YWxpYyI6ZmFsc2UsIklzVW5kZXJsaW5lZCI6ZmFsc2UsIlBhcmVudFN0eWxlIjp7IiRyZWYiOiIxMDgifX0sIkF1dG9TaXplIjowLCJGb3JlZ3JvdW5kIjp7IiRpZCI6IjMxNSIsIkNvbG9yIjp7IiRpZCI6IjMxNiIsIkEiOjI1NSwiUiI6MjEwLCJHIjo3MSwiQiI6Mzh9fSwiTWF4V2lkdGgiOjUxLjQ5ODAzMTYxNjIxMDkzOC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E3IiwiTGluZUNvbG9yIjpudWxsLCJMaW5lV2VpZ2h0IjowLjAsIkxpbmVUeXBlIjowLCJQYXJlbnRTdHlsZSI6bnVsbH0sIlBhcmVudFN0eWxlIjp7IiRyZWYiOiIxMDcifX0sIkRhdGVTdHlsZSI6eyIkaWQiOiIzMTgiLCJGb250U2V0dGluZ3MiOnsiJGlkIjoiMzE5IiwiRm9udFNpemUiOjEwLCJGb250TmFtZSI6IkNhbGlicmkiLCJJc0JvbGQiOmZhbHNlLCJJc0l0YWxpYyI6ZmFsc2UsIklzVW5kZXJsaW5lZCI6ZmFsc2UsIlBhcmVudFN0eWxlIjp7IiRyZWYiOiIxMTUifX0sIkF1dG9TaXplIjowLCJGb3JlZ3JvdW5kIjp7IiRpZCI6IjMyMCIsIkNvbG9yIjp7IiRpZCI6IjMyMS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yMiIsIkxpbmVDb2xvciI6bnVsbCwiTGluZVdlaWdodCI6MC4wLCJMaW5lVHlwZSI6MCwiUGFyZW50U3R5bGUiOm51bGx9LCJQYXJlbnRTdHlsZSI6eyIkcmVmIjoiMTE0In19LCJEYXRlRm9ybWF0Ijp7IiRpZCI6IjMyMyIsIkZvcm1hdFN0cmluZyI6Ik1NTSBkIiwiU2VwYXJhdG9yIjoiLyIsIlVzZUludGVybmF0aW9uYWxEYXRlRm9ybWF0IjpmYWxzZX0sIklzVmlzaWJsZSI6dHJ1ZSwiUGFyZW50U3R5bGUiOnsiJHJlZiI6IjgwIn19LCJJbmRleCI6MCwiSWQiOiJiZTNhZTM4Zi02MGIzLTQwMmQtOGExMy1mMWU5MWVlYzQxZjUiLCJUaXRsZSI6IlRhc2sgMiBIZXJlIiwiTm90ZSI6bnVsbCwiSHlwZXJsaW5rIjpudWxsLCJJc0NoYW5nZWQiOmZhbHNlLCJJc05ldyI6dHJ1ZX0seyIkaWQiOiIzMjQiLCJHcm91cE5hbWUiOm51bGwsIlN0YXJ0RGF0ZSI6IjIwMTUtMDgtMTVUMDA6MDA6MDBaIiwiRW5kRGF0ZSI6IjIwMTUtMDktMTdUMjM6NTk6NTlaIiwiUGVyY2VudGFnZUNvbXBsZXRlIjpudWxsLCJTdHlsZSI6eyIkaWQiOiIzMjUiLCJTaGFwZSI6MiwiU2hhcGVUaGlja25lc3MiOjEsIkR1cmF0aW9uRm9ybWF0IjowLCJJbmNsdWRlTm9uV29ya2luZ0RheXNJbkR1cmF0aW9uIjpmYWxzZSwiUGVyY2VudGFnZUNvbXBsZXRlU3R5bGUiOnsiJGlkIjoiMzI2IiwiRm9udFNldHRpbmdzIjp7IiRpZCI6IjMyNy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yOCIsIkxpbmVDb2xvciI6bnVsbCwiTGluZVdlaWdodCI6MC4wLCJMaW5lVHlwZSI6MCwiUGFyZW50U3R5bGUiOm51bGx9LCJQYXJlbnRTdHlsZSI6eyIkcmVmIjoiODEifX0sIkR1cmF0aW9uU3R5bGUiOnsiJGlkIjoiMzI5IiwiRm9udFNldHRpbmdzIjp7IiRpZCI6IjMzMCIsIkZvbnRTaXplIjoxMCwiRm9udE5hbWUiOiJDYWxpYnJpIiwiSXNCb2xkIjpmYWxzZSwiSXNJdGFsaWMiOmZhbHNlLCJJc1VuZGVybGluZWQiOmZhbHNlLCJQYXJlbnRTdHlsZSI6eyIkcmVmIjoiODkifX0sIkF1dG9TaXplIjowLCJGb3JlZ3JvdW5kIjp7IiRpZCI6IjMzMSIsIkNvbG9yIjp7IiRpZCI6IjMzMi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zMiLCJMaW5lQ29sb3IiOm51bGwsIkxpbmVXZWlnaHQiOjAuMCwiTGluZVR5cGUiOjAsIlBhcmVudFN0eWxlIjpudWxsfSwiUGFyZW50U3R5bGUiOnsiJHJlZiI6Ijg4In19LCJIb3Jpem9udGFsQ29ubmVjdG9yU3R5bGUiOnsiJGlkIjoiMzM0IiwiTGluZUNvbG9yIjp7IiRyZWYiOiI5NiJ9LCJMaW5lV2VpZ2h0IjowLjAsIkxpbmVUeXBlIjowLCJQYXJlbnRTdHlsZSI6eyIkcmVmIjoiOTUifX0sIlZlcnRpY2FsQ29ubmVjdG9yU3R5bGUiOnsiJGlkIjoiMzM1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M2IiwiTWFyZ2luIjp7IiRyZWYiOiIxMDIifSwiUGFkZGluZyI6eyIkcmVmIjoiMTAzIn0sIkJhY2tncm91bmQiOnsiJGlkIjoiMzM3IiwiQ29sb3IiOnsiJGlkIjoiMzM4IiwiQSI6MjU1LCJSIjoyMTAsIkciOjcxLCJCIjozOH19LCJJc1Zpc2libGUiOnRydWUsIldpZHRoIjowLjAsIkhlaWdodCI6MTYuMCwiQm9yZGVyU3R5bGUiOnsiJGlkIjoiMzM5IiwiTGluZUNvbG9yIjp7IiRpZCI6IjM0MCIsIiR0eXBlIjoiTkxSRS5Db21tb24uRG9tLlNvbGlkQ29sb3JCcnVzaCwgTkxSRS5Db21tb24iLCJDb2xvciI6eyIkaWQiOiIzNDEiLCJBIjoyNTUsIlIiOjI1NSwiRyI6MCwiQiI6MH19LCJMaW5lV2VpZ2h0IjowLjAsIkxpbmVUeXBlIjowLCJQYXJlbnRTdHlsZSI6bnVsbH0sIlBhcmVudFN0eWxlIjp7IiRyZWYiOiIxMDEifX0sIlRpdGxlU3R5bGUiOnsiJGlkIjoiMzQyIiwiRm9udFNldHRpbmdzIjp7IiRpZCI6IjM0MyIsIkZvbnRTaXplIjoxMCwiRm9udE5hbWUiOiJDYWxpYnJpIiwiSXNCb2xkIjp0cnVlLCJJc0l0YWxpYyI6ZmFsc2UsIklzVW5kZXJsaW5lZCI6ZmFsc2UsIlBhcmVudFN0eWxlIjp7IiRyZWYiOiIxMDgifX0sIkF1dG9TaXplIjowLCJGb3JlZ3JvdW5kIjp7IiRpZCI6IjM0NCIsIkNvbG9yIjp7IiRpZCI6IjM0NSIsIkEiOjI1NSwiUiI6MjEwLCJHIjo3MSwiQiI6Mzh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Q2IiwiTGluZUNvbG9yIjpudWxsLCJMaW5lV2VpZ2h0IjowLjAsIkxpbmVUeXBlIjowLCJQYXJlbnRTdHlsZSI6bnVsbH0sIlBhcmVudFN0eWxlIjp7IiRyZWYiOiIxMDcifX0sIkRhdGVTdHlsZSI6eyIkaWQiOiIzNDciLCJGb250U2V0dGluZ3MiOnsiJGlkIjoiMzQ4IiwiRm9udFNpemUiOjEwLCJGb250TmFtZSI6IkNhbGlicmkiLCJJc0JvbGQiOmZhbHNlLCJJc0l0YWxpYyI6ZmFsc2UsIklzVW5kZXJsaW5lZCI6ZmFsc2UsIlBhcmVudFN0eWxlIjp7IiRyZWYiOiIxMTUifX0sIkF1dG9TaXplIjowLCJGb3JlZ3JvdW5kIjp7IiRpZCI6IjM0OSIsIkNvbG9yIjp7IiRpZCI6IjM1MC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1MSIsIkxpbmVDb2xvciI6bnVsbCwiTGluZVdlaWdodCI6MC4wLCJMaW5lVHlwZSI6MCwiUGFyZW50U3R5bGUiOm51bGx9LCJQYXJlbnRTdHlsZSI6eyIkcmVmIjoiMTE0In19LCJEYXRlRm9ybWF0Ijp7IiRpZCI6IjM1MiIsIkZvcm1hdFN0cmluZyI6Ik1NTSBkIiwiU2VwYXJhdG9yIjoiLyIsIlVzZUludGVybmF0aW9uYWxEYXRlRm9ybWF0IjpmYWxzZX0sIklzVmlzaWJsZSI6dHJ1ZSwiUGFyZW50U3R5bGUiOnsiJHJlZiI6IjgwIn19LCJJbmRleCI6MCwiSWQiOiI5YWExODNkNi01ZGYyLTRiMGMtOGZlYy1kMGEwMDI0NzE1ODMiLCJUaXRsZSI6IlRhc2sgMyBIZXJlIiwiTm90ZSI6bnVsbCwiSHlwZXJsaW5rIjpudWxsLCJJc0NoYW5nZWQiOmZhbHNlLCJJc05ldyI6dHJ1ZX0seyIkaWQiOiIzNTMiLCJHcm91cE5hbWUiOm51bGwsIlN0YXJ0RGF0ZSI6IjIwMTUtMDktMDhUMDA6MDA6MDBaIiwiRW5kRGF0ZSI6IjIwMTUtMDktMzBUMjM6NTk6NTlaIiwiUGVyY2VudGFnZUNvbXBsZXRlIjpudWxsLCJTdHlsZSI6eyIkaWQiOiIzNTQiLCJTaGFwZSI6MiwiU2hhcGVUaGlja25lc3MiOjEsIkR1cmF0aW9uRm9ybWF0IjowLCJJbmNsdWRlTm9uV29ya2luZ0RheXNJbkR1cmF0aW9uIjpmYWxzZSwiUGVyY2VudGFnZUNvbXBsZXRlU3R5bGUiOnsiJGlkIjoiMzU1IiwiRm9udFNldHRpbmdzIjp7IiRpZCI6IjM1Ni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1NyIsIkxpbmVDb2xvciI6bnVsbCwiTGluZVdlaWdodCI6MC4wLCJMaW5lVHlwZSI6MCwiUGFyZW50U3R5bGUiOm51bGx9LCJQYXJlbnRTdHlsZSI6eyIkcmVmIjoiODEifX0sIkR1cmF0aW9uU3R5bGUiOnsiJGlkIjoiMzU4IiwiRm9udFNldHRpbmdzIjp7IiRpZCI6IjM1OSIsIkZvbnRTaXplIjoxMCwiRm9udE5hbWUiOiJDYWxpYnJpIiwiSXNCb2xkIjpmYWxzZSwiSXNJdGFsaWMiOmZhbHNlLCJJc1VuZGVybGluZWQiOmZhbHNlLCJQYXJlbnRTdHlsZSI6eyIkcmVmIjoiODkifX0sIkF1dG9TaXplIjowLCJGb3JlZ3JvdW5kIjp7IiRpZCI6IjM2MCIsIkNvbG9yIjp7IiRpZCI6IjM2MS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NjIiLCJMaW5lQ29sb3IiOm51bGwsIkxpbmVXZWlnaHQiOjAuMCwiTGluZVR5cGUiOjAsIlBhcmVudFN0eWxlIjpudWxsfSwiUGFyZW50U3R5bGUiOnsiJHJlZiI6Ijg4In19LCJIb3Jpem9udGFsQ29ubmVjdG9yU3R5bGUiOnsiJGlkIjoiMzYzIiwiTGluZUNvbG9yIjp7IiRyZWYiOiI5NiJ9LCJMaW5lV2VpZ2h0IjowLjAsIkxpbmVUeXBlIjowLCJQYXJlbnRTdHlsZSI6eyIkcmVmIjoiOTUifX0sIlZlcnRpY2FsQ29ubmVjdG9yU3R5bGUiOnsiJGlkIjoiMzY0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Y1IiwiTWFyZ2luIjp7IiRyZWYiOiIxMDIifSwiUGFkZGluZyI6eyIkcmVmIjoiMTAzIn0sIkJhY2tncm91bmQiOnsiJGlkIjoiMzY2IiwiQ29sb3IiOnsiJGlkIjoiMzY3IiwiQSI6MjU1LCJSIjo5OCwiRyI6MTgxLCJCIjoxMjN9fSwiSXNWaXNpYmxlIjp0cnVlLCJXaWR0aCI6MC4wLCJIZWlnaHQiOjE2LjAsIkJvcmRlclN0eWxlIjp7IiRpZCI6IjM2OCIsIkxpbmVDb2xvciI6eyIkaWQiOiIzNjkiLCIkdHlwZSI6Ik5MUkUuQ29tbW9uLkRvbS5Tb2xpZENvbG9yQnJ1c2gsIE5MUkUuQ29tbW9uIiwiQ29sb3IiOnsiJGlkIjoiMzcwIiwiQSI6MjU1LCJSIjoyNTUsIkciOjAsIkIiOjB9fSwiTGluZVdlaWdodCI6MC4wLCJMaW5lVHlwZSI6MCwiUGFyZW50U3R5bGUiOm51bGx9LCJQYXJlbnRTdHlsZSI6eyIkcmVmIjoiMTAxIn19LCJUaXRsZVN0eWxlIjp7IiRpZCI6IjM3MSIsIkZvbnRTZXR0aW5ncyI6eyIkaWQiOiIzNzIiLCJGb250U2l6ZSI6MTAsIkZvbnROYW1lIjoiQ2FsaWJyaSIsIklzQm9sZCI6dHJ1ZSwiSXNJdGFsaWMiOmZhbHNlLCJJc1VuZGVybGluZWQiOmZhbHNlLCJQYXJlbnRTdHlsZSI6eyIkcmVmIjoiMTA4In19LCJBdXRvU2l6ZSI6MCwiRm9yZWdyb3VuZCI6eyIkaWQiOiIzNzMiLCJDb2xvciI6eyIkaWQiOiIzNzQiLCJBIjoyNTUsIlIiOjcyLCJHIjoxNTQsIkIiOjk3fX0sIk1heFdpZHRoIjo1MS40OTgwMzE2MTYyMTA5MzgsIk1heEhlaWdodCI6IkluZmluaXR5IiwiU21hcnRGb3JlZ3JvdW5kSXNBY3RpdmUiOmZhbHNlLCJIb3Jpem9udGFsQWxpZ25tZW50IjoyLCJWZXJ0aWNhbEFsaWdubWVudCI6MCwiU21hcnRGb3JlZ3JvdW5kIjpudWxsLCJNYXJnaW4iOnsiJHJlZiI6IjExMSJ9LCJQYWRkaW5nIjp7IiRyZWYiOiIxMTIifSwiQmFja2dyb3VuZCI6eyIkcmVmIjoiMTEzIn0sIklzVmlzaWJsZSI6dHJ1ZSwiV2lkdGgiOjAuMCwiSGVpZ2h0IjowLjAsIkJvcmRlclN0eWxlIjp7IiRpZCI6IjM3NSIsIkxpbmVDb2xvciI6bnVsbCwiTGluZVdlaWdodCI6MC4wLCJMaW5lVHlwZSI6MCwiUGFyZW50U3R5bGUiOm51bGx9LCJQYXJlbnRTdHlsZSI6eyIkcmVmIjoiMTA3In19LCJEYXRlU3R5bGUiOnsiJGlkIjoiMzc2IiwiRm9udFNldHRpbmdzIjp7IiRpZCI6IjM3NyIsIkZvbnRTaXplIjoxMCwiRm9udE5hbWUiOiJDYWxpYnJpIiwiSXNCb2xkIjpmYWxzZSwiSXNJdGFsaWMiOmZhbHNlLCJJc1VuZGVybGluZWQiOmZhbHNlLCJQYXJlbnRTdHlsZSI6eyIkcmVmIjoiMTE1In19LCJBdXRvU2l6ZSI6MCwiRm9yZWdyb3VuZCI6eyIkaWQiOiIzNzgiLCJDb2xvciI6eyIkaWQiOiIzNzkiLCJBIjoyNTUsIlIiOjEyNywiRyI6MTI3LCJCIjoxMjd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nRydWUsIldpZHRoIjowLjAsIkhlaWdodCI6MC4wLCJCb3JkZXJTdHlsZSI6eyIkaWQiOiIzODAiLCJMaW5lQ29sb3IiOm51bGwsIkxpbmVXZWlnaHQiOjAuMCwiTGluZVR5cGUiOjAsIlBhcmVudFN0eWxlIjpudWxsfSwiUGFyZW50U3R5bGUiOnsiJHJlZiI6IjExNCJ9fSwiRGF0ZUZvcm1hdCI6eyIkaWQiOiIzODEiLCJGb3JtYXRTdHJpbmciOiJNTU0gZCIsIlNlcGFyYXRvciI6Ii8iLCJVc2VJbnRlcm5hdGlvbmFsRGF0ZUZvcm1hdCI6ZmFsc2V9LCJJc1Zpc2libGUiOnRydWUsIlBhcmVudFN0eWxlIjp7IiRyZWYiOiI4MCJ9fSwiSW5kZXgiOjAsIklkIjoiMDZhNmEyMDAtMjFlYS00YWNkLWFjMjAtYjQxZjdiMzdiMGRkIiwiVGl0bGUiOiJUYXNrIDQgSGVyZSIsIk5vdGUiOm51bGwsIkh5cGVybGluayI6bnVsbCwiSXNDaGFuZ2VkIjpmYWxzZSwiSXNOZXciOnRydWV9LHsiJGlkIjoiMzgyIiwiR3JvdXBOYW1lIjpudWxsLCJTdGFydERhdGUiOiIyMDE1LTEwLTA0VDAwOjAwOjAwWiIsIkVuZERhdGUiOiIyMDE1LTExLTA3VDIzOjU5OjU5WiIsIlBlcmNlbnRhZ2VDb21wbGV0ZSI6bnVsbCwiU3R5bGUiOnsiJGlkIjoiMzgzIiwiU2hhcGUiOjIsIlNoYXBlVGhpY2tuZXNzIjoxLCJEdXJhdGlvbkZvcm1hdCI6MCwiSW5jbHVkZU5vbldvcmtpbmdEYXlzSW5EdXJhdGlvbiI6ZmFsc2UsIlBlcmNlbnRhZ2VDb21wbGV0ZVN0eWxlIjp7IiRpZCI6IjM4NCIsIkZvbnRTZXR0aW5ncyI6eyIkaWQiOiIzODU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ODYiLCJMaW5lQ29sb3IiOm51bGwsIkxpbmVXZWlnaHQiOjAuMCwiTGluZVR5cGUiOjAsIlBhcmVudFN0eWxlIjpudWxsfSwiUGFyZW50U3R5bGUiOnsiJHJlZiI6IjgxIn19LCJEdXJhdGlvblN0eWxlIjp7IiRpZCI6IjM4NyIsIkZvbnRTZXR0aW5ncyI6eyIkaWQiOiIzODgiLCJGb250U2l6ZSI6MTAsIkZvbnROYW1lIjoiQ2FsaWJyaSIsIklzQm9sZCI6ZmFsc2UsIklzSXRhbGljIjpmYWxzZSwiSXNVbmRlcmxpbmVkIjpmYWxzZSwiUGFyZW50U3R5bGUiOnsiJHJlZiI6Ijg5In19LCJBdXRvU2l6ZSI6MCwiRm9yZWdyb3VuZCI6eyIkaWQiOiIzODkiLCJDb2xvciI6eyIkaWQiOiIzOTAiLCJBIjoyNTUsIlIiOjE5MiwiRyI6ODAsIkIiOjc3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MzkxIiwiTGluZUNvbG9yIjpudWxsLCJMaW5lV2VpZ2h0IjowLjAsIkxpbmVUeXBlIjowLCJQYXJlbnRTdHlsZSI6bnVsbH0sIlBhcmVudFN0eWxlIjp7IiRyZWYiOiI4OCJ9fSwiSG9yaXpvbnRhbENvbm5lY3RvclN0eWxlIjp7IiRpZCI6IjM5MiIsIkxpbmVDb2xvciI6eyIkcmVmIjoiOTYifSwiTGluZVdlaWdodCI6MC4wLCJMaW5lVHlwZSI6MCwiUGFyZW50U3R5bGUiOnsiJHJlZiI6Ijk1In19LCJWZXJ0aWNhbENvbm5lY3RvclN0eWxlIjp7IiRpZCI6IjM5MyIsIkxpbmVDb2xvciI6eyIkcmVmIjoiOTkifSwiTGluZVdlaWdodCI6MC4wLCJMaW5lVHlwZSI6MCwiUGFyZW50U3R5bGUiOnsiJHJlZiI6Ijk4In19LCJNYXJnaW4iOm51bGwsIlN0YXJ0RGF0ZVBvc2l0aW9uIjo0LCJFbmREYXRlUG9zaXRpb24iOjQsIlRpdGxlUG9zaXRpb24iOjMsIkR1cmF0aW9uUG9zaXRpb24iOjYsIlBlcmNlbnRhZ2VDb21wbGV0ZWRQb3NpdGlvbiI6NiwiU3BhY2luZyI6NSwiSXNCZWxvd1RpbWViYW5kIjp0cnVlLCJQZXJjZW50YWdlQ29tcGxldGVTaGFwZU9wYWNpdHkiOjM1LCJTaGFwZVN0eWxlIjp7IiRpZCI6IjM5NCIsIk1hcmdpbiI6eyIkcmVmIjoiMTAyIn0sIlBhZGRpbmciOnsiJHJlZiI6IjEwMyJ9LCJCYWNrZ3JvdW5kIjp7IiRpZCI6IjM5NSIsIkNvbG9yIjp7IiRpZCI6IjM5NiIsIkEiOjI1NSwiUiI6OTgsIkciOjE4MSwiQiI6MTIzfX0sIklzVmlzaWJsZSI6dHJ1ZSwiV2lkdGgiOjAuMCwiSGVpZ2h0IjoxNi4wLCJCb3JkZXJTdHlsZSI6eyIkaWQiOiIzOTciLCJMaW5lQ29sb3IiOnsiJGlkIjoiMzk4IiwiJHR5cGUiOiJOTFJFLkNvbW1vbi5Eb20uU29saWRDb2xvckJydXNoLCBOTFJFLkNvbW1vbiIsIkNvbG9yIjp7IiRpZCI6IjM5OSIsIkEiOjI1NSwiUiI6MjU1LCJHIjowLCJCIjowfX0sIkxpbmVXZWlnaHQiOjAuMCwiTGluZVR5cGUiOjAsIlBhcmVudFN0eWxlIjpudWxsfSwiUGFyZW50U3R5bGUiOnsiJHJlZiI6IjEwMSJ9fSwiVGl0bGVTdHlsZSI6eyIkaWQiOiI0MDAiLCJGb250U2V0dGluZ3MiOnsiJGlkIjoiNDAxIiwiRm9udFNpemUiOjEwLCJGb250TmFtZSI6IkNhbGlicmkiLCJJc0JvbGQiOnRydWUsIklzSXRhbGljIjpmYWxzZSwiSXNVbmRlcmxpbmVkIjpmYWxzZSwiUGFyZW50U3R5bGUiOnsiJHJlZiI6IjEwOCJ9fSwiQXV0b1NpemUiOjAsIkZvcmVncm91bmQiOnsiJGlkIjoiNDAyIiwiQ29sb3IiOnsiJGlkIjoiNDAzIiwiQSI6MjU1LCJSIjo3MiwiRyI6MTU0LCJCIjo5N319LCJNYXhXaWR0aCI6NTEuMTE5NDQ5NjE1NDc4NTE2LCJNYXhIZWlnaHQiOiJJbmZpbml0eSIsIlNtYXJ0Rm9yZWdyb3VuZElzQWN0aXZlIjpmYWxzZSwiSG9yaXpvbnRhbEFsaWdubWVudCI6MiwiVmVydGljYWxBbGlnbm1lbnQiOjAsIlNtYXJ0Rm9yZWdyb3VuZCI6bnVsbCwiTWFyZ2luIjp7IiRyZWYiOiIxMTEifSwiUGFkZGluZyI6eyIkcmVmIjoiMTEyIn0sIkJhY2tncm91bmQiOnsiJHJlZiI6IjExMyJ9LCJJc1Zpc2libGUiOnRydWUsIldpZHRoIjowLjAsIkhlaWdodCI6MC4wLCJCb3JkZXJTdHlsZSI6eyIkaWQiOiI0MDQiLCJMaW5lQ29sb3IiOm51bGwsIkxpbmVXZWlnaHQiOjAuMCwiTGluZVR5cGUiOjAsIlBhcmVudFN0eWxlIjpudWxsfSwiUGFyZW50U3R5bGUiOnsiJHJlZiI6IjEwNyJ9fSwiRGF0ZVN0eWxlIjp7IiRpZCI6IjQwNSIsIkZvbnRTZXR0aW5ncyI6eyIkaWQiOiI0MDYiLCJGb250U2l6ZSI6MTAsIkZvbnROYW1lIjoiQ2FsaWJyaSIsIklzQm9sZCI6ZmFsc2UsIklzSXRhbGljIjpmYWxzZSwiSXNVbmRlcmxpbmVkIjpmYWxzZSwiUGFyZW50U3R5bGUiOnsiJHJlZiI6IjExNSJ9fSwiQXV0b1NpemUiOjAsIkZvcmVncm91bmQiOnsiJGlkIjoiNDA3IiwiQ29sb3IiOnsiJGlkIjoiNDA4IiwiQSI6MjU1LCJSIjoxMjcsIkciOjEyNywiQiI6MTI3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0cnVlLCJXaWR0aCI6MC4wLCJIZWlnaHQiOjAuMCwiQm9yZGVyU3R5bGUiOnsiJGlkIjoiNDA5IiwiTGluZUNvbG9yIjpudWxsLCJMaW5lV2VpZ2h0IjowLjAsIkxpbmVUeXBlIjowLCJQYXJlbnRTdHlsZSI6bnVsbH0sIlBhcmVudFN0eWxlIjp7IiRyZWYiOiIxMTQifX0sIkRhdGVGb3JtYXQiOnsiJGlkIjoiNDEwIiwiRm9ybWF0U3RyaW5nIjoiTU1NIGQiLCJTZXBhcmF0b3IiOiIvIiwiVXNlSW50ZXJuYXRpb25hbERhdGVGb3JtYXQiOmZhbHNlfSwiSXNWaXNpYmxlIjp0cnVlLCJQYXJlbnRTdHlsZSI6eyIkcmVmIjoiODAifX0sIkluZGV4IjowLCJJZCI6ImU2ZjVjOTE4LWJkZDYtNDlhMS1hYzkxLTljZjIyNDY4YTIzYiIsIlRpdGxlIjoiVGFzayA1IEhlcmUiLCJOb3RlIjpudWxsLCJIeXBlcmxpbmsiOm51bGwsIklzQ2hhbmdlZCI6ZmFsc2UsIklzTmV3Ijp0cnVlfV0sIlNldHRpbmdzIjp7IiRpZCI6IjQxMSIsIkltcGFPcHRpb25zIjpudWxs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0cnVlLCJTbWFydFRpbWVsaW5lVGFza1BlcmNlbnRhZ2VGaXQiOmZhbHNlfSwiSXNOZXciOnRydWV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251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2015-04-22T13:43:42Z</dcterms:created>
  <dcterms:modified xsi:type="dcterms:W3CDTF">2015-11-19T10:05:24Z</dcterms:modified>
</cp:coreProperties>
</file>