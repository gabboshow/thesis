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72" r:id="rId2"/>
  </p:sldMasterIdLst>
  <p:sldIdLst>
    <p:sldId id="263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462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28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://fppt.com/officetimeline" TargetMode="External"/><Relationship Id="rId7" Type="http://schemas.openxmlformats.org/officeDocument/2006/relationships/hyperlink" Target="http://www.officetimeline.com/download-officetimeline.aspx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officetimeline.com/fwlink.aspx?linkid=1030" TargetMode="External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openxmlformats.org/officeDocument/2006/relationships/image" Target="../media/image4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902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5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3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25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22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2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236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8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3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7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16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D24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Create Timeline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8500" y="139448"/>
            <a:ext cx="26670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/>
          <p:cNvCxnSpPr/>
          <p:nvPr userDrawn="1"/>
        </p:nvCxnSpPr>
        <p:spPr>
          <a:xfrm flipH="1">
            <a:off x="1979944" y="1195820"/>
            <a:ext cx="513146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2">
                    <a:lumMod val="100000"/>
                    <a:alpha val="0"/>
                  </a:schemeClr>
                </a:gs>
                <a:gs pos="50000">
                  <a:schemeClr val="accent2">
                    <a:lumMod val="20000"/>
                    <a:lumOff val="80000"/>
                    <a:alpha val="39000"/>
                  </a:schemeClr>
                </a:gs>
                <a:gs pos="100000">
                  <a:schemeClr val="accent2">
                    <a:lumMod val="100000"/>
                    <a:alpha val="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 userDrawn="1"/>
        </p:nvGrpSpPr>
        <p:grpSpPr>
          <a:xfrm>
            <a:off x="5905500" y="5691821"/>
            <a:ext cx="3025436" cy="788196"/>
            <a:chOff x="5902728" y="2160769"/>
            <a:chExt cx="3025436" cy="788196"/>
          </a:xfrm>
        </p:grpSpPr>
        <p:sp>
          <p:nvSpPr>
            <p:cNvPr id="29" name="Rounded Rectangle 28">
              <a:hlinkClick r:id="rId3"/>
            </p:cNvPr>
            <p:cNvSpPr/>
            <p:nvPr/>
          </p:nvSpPr>
          <p:spPr>
            <a:xfrm>
              <a:off x="5902728" y="2160769"/>
              <a:ext cx="2630808" cy="57795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prstClr val="white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rPr>
                <a:t>Download Now</a:t>
              </a:r>
            </a:p>
          </p:txBody>
        </p:sp>
        <p:pic>
          <p:nvPicPr>
            <p:cNvPr id="30" name="Picture 6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045" y="2288673"/>
              <a:ext cx="359477" cy="342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TextBox 30">
              <a:hlinkClick r:id="rId6"/>
            </p:cNvPr>
            <p:cNvSpPr txBox="1"/>
            <p:nvPr/>
          </p:nvSpPr>
          <p:spPr>
            <a:xfrm>
              <a:off x="5902728" y="2641188"/>
              <a:ext cx="3025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u="sng" dirty="0">
                  <a:solidFill>
                    <a:prstClr val="white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  <a:hlinkClick r:id="rId7"/>
                </a:rPr>
                <a:t>www.OfficeTimeline.com/download</a:t>
              </a:r>
              <a:endParaRPr lang="en-US" sz="1400" u="sng" dirty="0">
                <a:solidFill>
                  <a:prstClr val="white"/>
                </a:soli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2" name="Rounded Rectangle 31">
            <a:hlinkClick r:id="rId6"/>
          </p:cNvPr>
          <p:cNvSpPr/>
          <p:nvPr userDrawn="1"/>
        </p:nvSpPr>
        <p:spPr>
          <a:xfrm>
            <a:off x="1616502" y="1399996"/>
            <a:ext cx="4189739" cy="62546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prstClr val="white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Get the Free Edition Now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1616502" y="1939492"/>
            <a:ext cx="4659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40000"/>
                    <a:lumOff val="60000"/>
                  </a:srgbClr>
                </a:solidFill>
                <a:ea typeface="Segoe UI" pitchFamily="34" charset="0"/>
                <a:cs typeface="Segoe UI" pitchFamily="34" charset="0"/>
              </a:rPr>
              <a:t>Easily edit this template and create other </a:t>
            </a:r>
            <a:br>
              <a:rPr lang="en-US" sz="1600" dirty="0">
                <a:solidFill>
                  <a:srgbClr val="C0504D">
                    <a:lumMod val="40000"/>
                    <a:lumOff val="60000"/>
                  </a:srgbClr>
                </a:solidFill>
                <a:ea typeface="Segoe UI" pitchFamily="34" charset="0"/>
                <a:cs typeface="Segoe UI" pitchFamily="34" charset="0"/>
              </a:rPr>
            </a:br>
            <a:r>
              <a:rPr lang="en-US" sz="1600" dirty="0">
                <a:solidFill>
                  <a:srgbClr val="C0504D">
                    <a:lumMod val="40000"/>
                    <a:lumOff val="60000"/>
                  </a:srgbClr>
                </a:solidFill>
                <a:ea typeface="Segoe UI" pitchFamily="34" charset="0"/>
                <a:cs typeface="Segoe UI" pitchFamily="34" charset="0"/>
              </a:rPr>
              <a:t>beautiful timelines quickly, right inside PowerPoint.</a:t>
            </a:r>
          </a:p>
        </p:txBody>
      </p:sp>
      <p:grpSp>
        <p:nvGrpSpPr>
          <p:cNvPr id="37" name="Group 36"/>
          <p:cNvGrpSpPr/>
          <p:nvPr userDrawn="1"/>
        </p:nvGrpSpPr>
        <p:grpSpPr>
          <a:xfrm>
            <a:off x="0" y="2867867"/>
            <a:ext cx="9144000" cy="2668464"/>
            <a:chOff x="0" y="2742826"/>
            <a:chExt cx="9144000" cy="2668464"/>
          </a:xfrm>
        </p:grpSpPr>
        <p:grpSp>
          <p:nvGrpSpPr>
            <p:cNvPr id="38" name="Group 37"/>
            <p:cNvGrpSpPr/>
            <p:nvPr/>
          </p:nvGrpSpPr>
          <p:grpSpPr>
            <a:xfrm>
              <a:off x="0" y="2742826"/>
              <a:ext cx="9144000" cy="2668464"/>
              <a:chOff x="0" y="1141536"/>
              <a:chExt cx="9144000" cy="2668464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36007"/>
              <a:stretch/>
            </p:blipFill>
            <p:spPr>
              <a:xfrm>
                <a:off x="6339247" y="1240324"/>
                <a:ext cx="2804753" cy="2464725"/>
              </a:xfrm>
              <a:prstGeom prst="rect">
                <a:avLst/>
              </a:prstGeom>
            </p:spPr>
          </p:pic>
          <p:pic>
            <p:nvPicPr>
              <p:cNvPr id="41" name="Picture 6" descr="https://www.officetimeline.com/img/hero/example-timeline-consulting.jpg"/>
              <p:cNvPicPr>
                <a:picLocks noChangeAspect="1" noChangeArrowheads="1"/>
              </p:cNvPicPr>
              <p:nvPr/>
            </p:nvPicPr>
            <p:blipFill rotWithShape="1"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0" y="1238466"/>
                <a:ext cx="2633785" cy="246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2" name="Straight Connector 41"/>
              <p:cNvCxnSpPr/>
              <p:nvPr/>
            </p:nvCxnSpPr>
            <p:spPr>
              <a:xfrm>
                <a:off x="2381641" y="1150235"/>
                <a:ext cx="0" cy="2659765"/>
              </a:xfrm>
              <a:prstGeom prst="line">
                <a:avLst/>
              </a:prstGeom>
              <a:ln w="19050">
                <a:solidFill>
                  <a:srgbClr val="D2472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6713830" y="1141536"/>
                <a:ext cx="0" cy="2659765"/>
              </a:xfrm>
              <a:prstGeom prst="line">
                <a:avLst/>
              </a:prstGeom>
              <a:ln w="19050">
                <a:solidFill>
                  <a:srgbClr val="D2472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4" descr="http://localhost:39329/img/hero/example-timeline-IT.jpg"/>
              <p:cNvPicPr>
                <a:picLocks noChangeAspect="1" noChangeArrowheads="1"/>
              </p:cNvPicPr>
              <p:nvPr/>
            </p:nvPicPr>
            <p:blipFill rotWithShape="1"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2389662" y="1238467"/>
                <a:ext cx="4312032" cy="2469116"/>
              </a:xfrm>
              <a:prstGeom prst="rect">
                <a:avLst/>
              </a:prstGeom>
              <a:noFill/>
              <a:effectLst>
                <a:outerShdw blurRad="165100" algn="c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" name="TextBox 38"/>
            <p:cNvSpPr txBox="1"/>
            <p:nvPr/>
          </p:nvSpPr>
          <p:spPr>
            <a:xfrm>
              <a:off x="3355363" y="5107008"/>
              <a:ext cx="264527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prstClr val="white">
                      <a:lumMod val="75000"/>
                    </a:prstClr>
                  </a:solidFill>
                </a:rPr>
                <a:t>Copyright © 2012, Office Timeline, LLC.  All rights reserved.</a:t>
              </a:r>
            </a:p>
          </p:txBody>
        </p:sp>
      </p:grpSp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81832" y="1368241"/>
            <a:ext cx="1231499" cy="12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9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558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376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353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861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98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21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91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173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81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96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0"/>
            <a:ext cx="9144000" cy="6858000"/>
          </a:xfrm>
          <a:prstGeom prst="rect">
            <a:avLst/>
          </a:prstGeom>
          <a:gradFill>
            <a:gsLst>
              <a:gs pos="57054">
                <a:srgbClr val="EEEEEE"/>
              </a:gs>
              <a:gs pos="0">
                <a:schemeClr val="bg1"/>
              </a:gs>
              <a:gs pos="74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/>
              <a:t>4/22/2015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5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FE719-7291-4422-9B7D-A60A2224343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4/22/2015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74659-5DD9-4B3D-A6B0-77255CD92B4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9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slideLayout" Target="../slideLayouts/slideLayout7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97" name="OTLSHAPE_M_6a283b367375415b92b0e5fc4e16a0cc_Connector1"/>
          <p:cNvCxnSpPr/>
          <p:nvPr>
            <p:custDataLst>
              <p:tags r:id="rId2"/>
            </p:custDataLst>
          </p:nvPr>
        </p:nvCxnSpPr>
        <p:spPr>
          <a:xfrm>
            <a:off x="5915476" y="2439589"/>
            <a:ext cx="0" cy="411561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6" name="OTLSHAPE_M_93afb554552a4221a5380f7919409aa7_Connector1"/>
          <p:cNvCxnSpPr/>
          <p:nvPr>
            <p:custDataLst>
              <p:tags r:id="rId3"/>
            </p:custDataLst>
          </p:nvPr>
        </p:nvCxnSpPr>
        <p:spPr>
          <a:xfrm>
            <a:off x="3659238" y="2281785"/>
            <a:ext cx="0" cy="569365"/>
          </a:xfrm>
          <a:prstGeom prst="line">
            <a:avLst/>
          </a:prstGeom>
          <a:ln w="9525" cap="flat" cmpd="sng" algn="ctr">
            <a:solidFill>
              <a:srgbClr val="DC592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5" name="OTLSHAPE_M_52743de8bb6d4044896f473898fe9da7_Connector1"/>
          <p:cNvCxnSpPr/>
          <p:nvPr>
            <p:custDataLst>
              <p:tags r:id="rId4"/>
            </p:custDataLst>
          </p:nvPr>
        </p:nvCxnSpPr>
        <p:spPr>
          <a:xfrm>
            <a:off x="1357483" y="2309322"/>
            <a:ext cx="0" cy="605328"/>
          </a:xfrm>
          <a:prstGeom prst="line">
            <a:avLst/>
          </a:prstGeom>
          <a:ln w="9525" cap="flat" cmpd="sng" algn="ctr">
            <a:solidFill>
              <a:srgbClr val="087FC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4" name="OTLSHAPE_M_a58f29487c0343c08abcf41913e40cae_Connector1"/>
          <p:cNvCxnSpPr/>
          <p:nvPr>
            <p:custDataLst>
              <p:tags r:id="rId5"/>
            </p:custDataLst>
          </p:nvPr>
        </p:nvCxnSpPr>
        <p:spPr>
          <a:xfrm>
            <a:off x="1227814" y="1847759"/>
            <a:ext cx="0" cy="1066891"/>
          </a:xfrm>
          <a:prstGeom prst="line">
            <a:avLst/>
          </a:prstGeom>
          <a:ln w="9525" cap="flat" cmpd="sng" algn="ctr">
            <a:solidFill>
              <a:srgbClr val="0072B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1" name="OTLSHAPE_TB_00000000000000000000000000000000_LeftEndCaps"/>
          <p:cNvSpPr txBox="1"/>
          <p:nvPr>
            <p:custDataLst>
              <p:tags r:id="rId6"/>
            </p:custDataLst>
          </p:nvPr>
        </p:nvSpPr>
        <p:spPr>
          <a:xfrm>
            <a:off x="254000" y="2965619"/>
            <a:ext cx="4445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2015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72" name="OTLSHAPE_TB_00000000000000000000000000000000_RightEndCaps"/>
          <p:cNvSpPr txBox="1"/>
          <p:nvPr>
            <p:custDataLst>
              <p:tags r:id="rId7"/>
            </p:custDataLst>
          </p:nvPr>
        </p:nvSpPr>
        <p:spPr>
          <a:xfrm>
            <a:off x="8437880" y="2965619"/>
            <a:ext cx="457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2016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73" name="OTLSHAPE_TB_00000000000000000000000000000000_ScaleContainer"/>
          <p:cNvSpPr/>
          <p:nvPr>
            <p:custDataLst>
              <p:tags r:id="rId8"/>
            </p:custDataLst>
          </p:nvPr>
        </p:nvSpPr>
        <p:spPr>
          <a:xfrm>
            <a:off x="822960" y="2914650"/>
            <a:ext cx="7493000" cy="3810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44546A"/>
              </a:gs>
              <a:gs pos="0">
                <a:schemeClr val="dk2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4" name="OTLSHAPE_TB_00000000000000000000000000000000_ElapsedTime" hidden="1"/>
          <p:cNvSpPr/>
          <p:nvPr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oundRect">
            <a:avLst>
              <a:gd name="adj" fmla="val 100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5" name="OTLSHAPE_TB_00000000000000000000000000000000_TodayMarkerShape" hidden="1"/>
          <p:cNvSpPr/>
          <p:nvPr>
            <p:custDataLst>
              <p:tags r:id="rId10"/>
            </p:custDataLst>
          </p:nvPr>
        </p:nvSpPr>
        <p:spPr>
          <a:xfrm>
            <a:off x="933631" y="3295650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6" name="OTLSHAPE_TB_00000000000000000000000000000000_TodayMarkerText" hidden="1"/>
          <p:cNvSpPr txBox="1"/>
          <p:nvPr>
            <p:custDataLst>
              <p:tags r:id="rId11"/>
            </p:custDataLst>
          </p:nvPr>
        </p:nvSpPr>
        <p:spPr>
          <a:xfrm>
            <a:off x="988060" y="3422650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US" sz="8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877" name="OTLSHAPE_TB_00000000000000000000000000000000_TimescaleInterval1"/>
          <p:cNvSpPr txBox="1"/>
          <p:nvPr>
            <p:custDataLst>
              <p:tags r:id="rId12"/>
            </p:custDataLst>
          </p:nvPr>
        </p:nvSpPr>
        <p:spPr>
          <a:xfrm>
            <a:off x="1051560" y="3012123"/>
            <a:ext cx="279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smtClean="0">
                <a:solidFill>
                  <a:schemeClr val="lt2"/>
                </a:solidFill>
                <a:latin typeface="Calibri" panose="020F0502020204030204" pitchFamily="34" charset="0"/>
              </a:rPr>
              <a:t>May</a:t>
            </a:r>
            <a:endParaRPr lang="en-US" sz="1200" spc="-18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8" name="OTLSHAPE_TB_00000000000000000000000000000000_Separator1"/>
          <p:cNvCxnSpPr/>
          <p:nvPr>
            <p:custDataLst>
              <p:tags r:id="rId13"/>
            </p:custDataLst>
          </p:nvPr>
        </p:nvCxnSpPr>
        <p:spPr>
          <a:xfrm>
            <a:off x="1792007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9" name="OTLSHAPE_TB_00000000000000000000000000000000_TimescaleInterval2"/>
          <p:cNvSpPr txBox="1"/>
          <p:nvPr>
            <p:custDataLst>
              <p:tags r:id="rId14"/>
            </p:custDataLst>
          </p:nvPr>
        </p:nvSpPr>
        <p:spPr>
          <a:xfrm>
            <a:off x="1855507" y="3012123"/>
            <a:ext cx="215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smtClean="0">
                <a:solidFill>
                  <a:schemeClr val="lt2"/>
                </a:solidFill>
                <a:latin typeface="Calibri" panose="020F0502020204030204" pitchFamily="34" charset="0"/>
              </a:rPr>
              <a:t>Jun</a:t>
            </a:r>
            <a:endParaRPr lang="en-US" sz="1200" spc="-18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80" name="OTLSHAPE_TB_00000000000000000000000000000000_Separator2"/>
          <p:cNvCxnSpPr/>
          <p:nvPr>
            <p:custDataLst>
              <p:tags r:id="rId15"/>
            </p:custDataLst>
          </p:nvPr>
        </p:nvCxnSpPr>
        <p:spPr>
          <a:xfrm>
            <a:off x="2570020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1" name="OTLSHAPE_TB_00000000000000000000000000000000_TimescaleInterval3"/>
          <p:cNvSpPr txBox="1"/>
          <p:nvPr>
            <p:custDataLst>
              <p:tags r:id="rId16"/>
            </p:custDataLst>
          </p:nvPr>
        </p:nvSpPr>
        <p:spPr>
          <a:xfrm>
            <a:off x="2633520" y="3012123"/>
            <a:ext cx="165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Jul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82" name="OTLSHAPE_TB_00000000000000000000000000000000_Separator3"/>
          <p:cNvCxnSpPr/>
          <p:nvPr>
            <p:custDataLst>
              <p:tags r:id="rId17"/>
            </p:custDataLst>
          </p:nvPr>
        </p:nvCxnSpPr>
        <p:spPr>
          <a:xfrm>
            <a:off x="3373967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3" name="OTLSHAPE_TB_00000000000000000000000000000000_TimescaleInterval4"/>
          <p:cNvSpPr txBox="1"/>
          <p:nvPr>
            <p:custDataLst>
              <p:tags r:id="rId18"/>
            </p:custDataLst>
          </p:nvPr>
        </p:nvSpPr>
        <p:spPr>
          <a:xfrm>
            <a:off x="3437467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Aug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84" name="OTLSHAPE_TB_00000000000000000000000000000000_Separator4"/>
          <p:cNvCxnSpPr/>
          <p:nvPr>
            <p:custDataLst>
              <p:tags r:id="rId19"/>
            </p:custDataLst>
          </p:nvPr>
        </p:nvCxnSpPr>
        <p:spPr>
          <a:xfrm>
            <a:off x="4177913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5" name="OTLSHAPE_TB_00000000000000000000000000000000_TimescaleInterval5"/>
          <p:cNvSpPr txBox="1"/>
          <p:nvPr>
            <p:custDataLst>
              <p:tags r:id="rId20"/>
            </p:custDataLst>
          </p:nvPr>
        </p:nvSpPr>
        <p:spPr>
          <a:xfrm>
            <a:off x="4241414" y="3012123"/>
            <a:ext cx="228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smtClean="0">
                <a:solidFill>
                  <a:schemeClr val="lt2"/>
                </a:solidFill>
                <a:latin typeface="Calibri" panose="020F0502020204030204" pitchFamily="34" charset="0"/>
              </a:rPr>
              <a:t>Sep</a:t>
            </a:r>
            <a:endParaRPr lang="en-US" sz="1200" spc="-18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86" name="OTLSHAPE_TB_00000000000000000000000000000000_Separator5"/>
          <p:cNvCxnSpPr/>
          <p:nvPr>
            <p:custDataLst>
              <p:tags r:id="rId21"/>
            </p:custDataLst>
          </p:nvPr>
        </p:nvCxnSpPr>
        <p:spPr>
          <a:xfrm>
            <a:off x="4955927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7" name="OTLSHAPE_TB_00000000000000000000000000000000_TimescaleInterval6"/>
          <p:cNvSpPr txBox="1"/>
          <p:nvPr>
            <p:custDataLst>
              <p:tags r:id="rId22"/>
            </p:custDataLst>
          </p:nvPr>
        </p:nvSpPr>
        <p:spPr>
          <a:xfrm>
            <a:off x="5019427" y="3012123"/>
            <a:ext cx="228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smtClean="0">
                <a:solidFill>
                  <a:schemeClr val="lt2"/>
                </a:solidFill>
                <a:latin typeface="Calibri" panose="020F0502020204030204" pitchFamily="34" charset="0"/>
              </a:rPr>
              <a:t>Oct</a:t>
            </a:r>
            <a:endParaRPr lang="en-US" sz="1200" spc="-22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88" name="OTLSHAPE_TB_00000000000000000000000000000000_Separator6"/>
          <p:cNvCxnSpPr/>
          <p:nvPr>
            <p:custDataLst>
              <p:tags r:id="rId23"/>
            </p:custDataLst>
          </p:nvPr>
        </p:nvCxnSpPr>
        <p:spPr>
          <a:xfrm>
            <a:off x="5759873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9" name="OTLSHAPE_TB_00000000000000000000000000000000_TimescaleInterval7"/>
          <p:cNvSpPr txBox="1"/>
          <p:nvPr>
            <p:custDataLst>
              <p:tags r:id="rId24"/>
            </p:custDataLst>
          </p:nvPr>
        </p:nvSpPr>
        <p:spPr>
          <a:xfrm>
            <a:off x="5823374" y="3012123"/>
            <a:ext cx="2540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Nov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90" name="OTLSHAPE_TB_00000000000000000000000000000000_Separator7"/>
          <p:cNvCxnSpPr/>
          <p:nvPr>
            <p:custDataLst>
              <p:tags r:id="rId25"/>
            </p:custDataLst>
          </p:nvPr>
        </p:nvCxnSpPr>
        <p:spPr>
          <a:xfrm>
            <a:off x="6537886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91" name="OTLSHAPE_TB_00000000000000000000000000000000_TimescaleInterval8"/>
          <p:cNvSpPr txBox="1"/>
          <p:nvPr>
            <p:custDataLst>
              <p:tags r:id="rId26"/>
            </p:custDataLst>
          </p:nvPr>
        </p:nvSpPr>
        <p:spPr>
          <a:xfrm>
            <a:off x="6601387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smtClean="0">
                <a:solidFill>
                  <a:schemeClr val="lt2"/>
                </a:solidFill>
                <a:latin typeface="Calibri" panose="020F0502020204030204" pitchFamily="34" charset="0"/>
              </a:rPr>
              <a:t>Dec</a:t>
            </a:r>
            <a:endParaRPr lang="en-US" sz="1200" spc="-22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92" name="OTLSHAPE_TB_00000000000000000000000000000000_Separator8"/>
          <p:cNvCxnSpPr/>
          <p:nvPr>
            <p:custDataLst>
              <p:tags r:id="rId27"/>
            </p:custDataLst>
          </p:nvPr>
        </p:nvCxnSpPr>
        <p:spPr>
          <a:xfrm>
            <a:off x="7341833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93" name="OTLSHAPE_TB_00000000000000000000000000000000_TimescaleInterval9"/>
          <p:cNvSpPr txBox="1"/>
          <p:nvPr>
            <p:custDataLst>
              <p:tags r:id="rId28"/>
            </p:custDataLst>
          </p:nvPr>
        </p:nvSpPr>
        <p:spPr>
          <a:xfrm>
            <a:off x="7405333" y="3012123"/>
            <a:ext cx="317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2016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8898" name="OTLSHAPE_M_a58f29487c0343c08abcf41913e40cae_Title"/>
          <p:cNvSpPr txBox="1"/>
          <p:nvPr>
            <p:custDataLst>
              <p:tags r:id="rId29"/>
            </p:custDataLst>
          </p:nvPr>
        </p:nvSpPr>
        <p:spPr>
          <a:xfrm>
            <a:off x="1411964" y="1775284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smtClean="0">
                <a:solidFill>
                  <a:srgbClr val="3B5998"/>
                </a:solidFill>
                <a:latin typeface="Calibri" panose="020F0502020204030204" pitchFamily="34" charset="0"/>
              </a:rPr>
              <a:t>Milestone 1</a:t>
            </a:r>
            <a:endParaRPr lang="en-US" sz="1000" b="1" spc="-6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99" name="OTLSHAPE_M_a58f29487c0343c08abcf41913e40cae_Date"/>
          <p:cNvSpPr txBox="1"/>
          <p:nvPr>
            <p:custDataLst>
              <p:tags r:id="rId30"/>
            </p:custDataLst>
          </p:nvPr>
        </p:nvSpPr>
        <p:spPr>
          <a:xfrm>
            <a:off x="1411964" y="193030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smtClean="0">
                <a:solidFill>
                  <a:srgbClr val="7F7F7F"/>
                </a:solidFill>
                <a:latin typeface="Calibri" panose="020F0502020204030204" pitchFamily="34" charset="0"/>
              </a:rPr>
              <a:t>May 10</a:t>
            </a:r>
            <a:endParaRPr lang="en-US" sz="1000" spc="-8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00" name="OTLSHAPE_M_a58f29487c0343c08abcf41913e40cae_Shape"/>
          <p:cNvSpPr/>
          <p:nvPr>
            <p:custDataLst>
              <p:tags r:id="rId31"/>
            </p:custDataLst>
          </p:nvPr>
        </p:nvSpPr>
        <p:spPr>
          <a:xfrm rot="16200000">
            <a:off x="1253214" y="1847759"/>
            <a:ext cx="165100" cy="165100"/>
          </a:xfrm>
          <a:prstGeom prst="flowChartMerge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1" name="OTLSHAPE_M_52743de8bb6d4044896f473898fe9da7_Title"/>
          <p:cNvSpPr txBox="1"/>
          <p:nvPr>
            <p:custDataLst>
              <p:tags r:id="rId32"/>
            </p:custDataLst>
          </p:nvPr>
        </p:nvSpPr>
        <p:spPr>
          <a:xfrm>
            <a:off x="1541633" y="2236847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smtClean="0">
                <a:solidFill>
                  <a:srgbClr val="3B5998"/>
                </a:solidFill>
                <a:latin typeface="Calibri" panose="020F0502020204030204" pitchFamily="34" charset="0"/>
              </a:rPr>
              <a:t>Milestone 2</a:t>
            </a:r>
            <a:endParaRPr lang="en-US" sz="1000" b="1" spc="-6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902" name="OTLSHAPE_M_52743de8bb6d4044896f473898fe9da7_Date"/>
          <p:cNvSpPr txBox="1"/>
          <p:nvPr>
            <p:custDataLst>
              <p:tags r:id="rId33"/>
            </p:custDataLst>
          </p:nvPr>
        </p:nvSpPr>
        <p:spPr>
          <a:xfrm>
            <a:off x="1541633" y="239187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smtClean="0">
                <a:solidFill>
                  <a:srgbClr val="7F7F7F"/>
                </a:solidFill>
                <a:latin typeface="Calibri" panose="020F0502020204030204" pitchFamily="34" charset="0"/>
              </a:rPr>
              <a:t>May 15</a:t>
            </a:r>
            <a:endParaRPr lang="en-US" sz="1000" spc="-8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03" name="OTLSHAPE_M_52743de8bb6d4044896f473898fe9da7_Shape"/>
          <p:cNvSpPr/>
          <p:nvPr>
            <p:custDataLst>
              <p:tags r:id="rId34"/>
            </p:custDataLst>
          </p:nvPr>
        </p:nvSpPr>
        <p:spPr>
          <a:xfrm rot="16200000">
            <a:off x="1382883" y="2309322"/>
            <a:ext cx="165100" cy="165100"/>
          </a:xfrm>
          <a:prstGeom prst="flowChartMerge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4" name="OTLSHAPE_M_a54bc827b05146d18b559f618723e2b4_Title"/>
          <p:cNvSpPr txBox="1"/>
          <p:nvPr>
            <p:custDataLst>
              <p:tags r:id="rId35"/>
            </p:custDataLst>
          </p:nvPr>
        </p:nvSpPr>
        <p:spPr>
          <a:xfrm>
            <a:off x="2777291" y="2401649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smtClean="0">
                <a:solidFill>
                  <a:srgbClr val="3B5998"/>
                </a:solidFill>
                <a:latin typeface="Calibri" panose="020F0502020204030204" pitchFamily="34" charset="0"/>
              </a:rPr>
              <a:t>Milestone 3</a:t>
            </a:r>
            <a:endParaRPr lang="en-US" sz="1000" b="1" spc="-6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905" name="OTLSHAPE_M_a54bc827b05146d18b559f618723e2b4_Date"/>
          <p:cNvSpPr txBox="1"/>
          <p:nvPr>
            <p:custDataLst>
              <p:tags r:id="rId36"/>
            </p:custDataLst>
          </p:nvPr>
        </p:nvSpPr>
        <p:spPr>
          <a:xfrm>
            <a:off x="2941777" y="2556674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rgbClr val="7F7F7F"/>
                </a:solidFill>
                <a:latin typeface="Calibri" panose="020F0502020204030204" pitchFamily="34" charset="0"/>
              </a:rPr>
              <a:t>Jul 21</a:t>
            </a:r>
            <a:endParaRPr lang="en-US" sz="1000" spc="-6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06" name="OTLSHAPE_M_a54bc827b05146d18b559f618723e2b4_Shape"/>
          <p:cNvSpPr/>
          <p:nvPr>
            <p:custDataLst>
              <p:tags r:id="rId37"/>
            </p:custDataLst>
          </p:nvPr>
        </p:nvSpPr>
        <p:spPr>
          <a:xfrm>
            <a:off x="2974395" y="2724150"/>
            <a:ext cx="228600" cy="254000"/>
          </a:xfrm>
          <a:prstGeom prst="teardrop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7" name="OTLSHAPE_M_93afb554552a4221a5380f7919409aa7_Title"/>
          <p:cNvSpPr txBox="1"/>
          <p:nvPr>
            <p:custDataLst>
              <p:tags r:id="rId38"/>
            </p:custDataLst>
          </p:nvPr>
        </p:nvSpPr>
        <p:spPr>
          <a:xfrm>
            <a:off x="3347834" y="1971736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smtClean="0">
                <a:solidFill>
                  <a:srgbClr val="D24726"/>
                </a:solidFill>
                <a:latin typeface="Calibri" panose="020F0502020204030204" pitchFamily="34" charset="0"/>
              </a:rPr>
              <a:t>Milestone 4</a:t>
            </a:r>
            <a:endParaRPr lang="en-US" sz="1000" b="1" spc="-6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908" name="OTLSHAPE_M_93afb554552a4221a5380f7919409aa7_Date"/>
          <p:cNvSpPr txBox="1"/>
          <p:nvPr>
            <p:custDataLst>
              <p:tags r:id="rId39"/>
            </p:custDataLst>
          </p:nvPr>
        </p:nvSpPr>
        <p:spPr>
          <a:xfrm>
            <a:off x="3480507" y="2126761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rgbClr val="7F7F7F"/>
                </a:solidFill>
                <a:latin typeface="Calibri" panose="020F0502020204030204" pitchFamily="34" charset="0"/>
              </a:rPr>
              <a:t>Aug 12</a:t>
            </a:r>
            <a:endParaRPr lang="en-US" sz="1000" spc="-6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09" name="OTLSHAPE_M_93afb554552a4221a5380f7919409aa7_Shape"/>
          <p:cNvSpPr/>
          <p:nvPr>
            <p:custDataLst>
              <p:tags r:id="rId40"/>
            </p:custDataLst>
          </p:nvPr>
        </p:nvSpPr>
        <p:spPr>
          <a:xfrm>
            <a:off x="3544938" y="2724150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0" name="OTLSHAPE_M_6a283b367375415b92b0e5fc4e16a0cc_Title"/>
          <p:cNvSpPr txBox="1"/>
          <p:nvPr>
            <p:custDataLst>
              <p:tags r:id="rId41"/>
            </p:custDataLst>
          </p:nvPr>
        </p:nvSpPr>
        <p:spPr>
          <a:xfrm>
            <a:off x="5604072" y="2284564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smtClean="0">
                <a:solidFill>
                  <a:srgbClr val="FF9900"/>
                </a:solidFill>
                <a:latin typeface="Calibri" panose="020F0502020204030204" pitchFamily="34" charset="0"/>
              </a:rPr>
              <a:t>Milestone 5</a:t>
            </a:r>
            <a:endParaRPr lang="en-US" sz="1000" b="1" spc="-6">
              <a:solidFill>
                <a:srgbClr val="FF9900"/>
              </a:solidFill>
              <a:latin typeface="Calibri" panose="020F0502020204030204" pitchFamily="34" charset="0"/>
            </a:endParaRPr>
          </a:p>
        </p:txBody>
      </p:sp>
      <p:sp>
        <p:nvSpPr>
          <p:cNvPr id="8911" name="OTLSHAPE_M_6a283b367375415b92b0e5fc4e16a0cc_Date" hidden="1"/>
          <p:cNvSpPr txBox="1"/>
          <p:nvPr>
            <p:custDataLst>
              <p:tags r:id="rId42"/>
            </p:custDataLst>
          </p:nvPr>
        </p:nvSpPr>
        <p:spPr>
          <a:xfrm>
            <a:off x="5915476" y="2439589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Nov 7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912" name="OTLSHAPE_M_6a283b367375415b92b0e5fc4e16a0cc_Shape"/>
          <p:cNvSpPr/>
          <p:nvPr>
            <p:custDataLst>
              <p:tags r:id="rId43"/>
            </p:custDataLst>
          </p:nvPr>
        </p:nvSpPr>
        <p:spPr>
          <a:xfrm>
            <a:off x="5801176" y="2724150"/>
            <a:ext cx="228600" cy="254000"/>
          </a:xfrm>
          <a:prstGeom prst="star8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3" name="OTLSHAPE_M_7b0996464ffd4cd3a3b383ab1ba22438_Title"/>
          <p:cNvSpPr txBox="1"/>
          <p:nvPr>
            <p:custDataLst>
              <p:tags r:id="rId44"/>
            </p:custDataLst>
          </p:nvPr>
        </p:nvSpPr>
        <p:spPr>
          <a:xfrm>
            <a:off x="6719224" y="2575639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smtClean="0">
                <a:solidFill>
                  <a:srgbClr val="489A61"/>
                </a:solidFill>
                <a:latin typeface="Calibri" panose="020F0502020204030204" pitchFamily="34" charset="0"/>
              </a:rPr>
              <a:t>Milestone 6</a:t>
            </a:r>
            <a:endParaRPr lang="en-US" sz="1000" b="1" spc="-6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914" name="OTLSHAPE_M_7b0996464ffd4cd3a3b383ab1ba22438_Date" hidden="1"/>
          <p:cNvSpPr txBox="1"/>
          <p:nvPr>
            <p:custDataLst>
              <p:tags r:id="rId45"/>
            </p:custDataLst>
          </p:nvPr>
        </p:nvSpPr>
        <p:spPr>
          <a:xfrm>
            <a:off x="7030628" y="2730664"/>
            <a:ext cx="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Dec 20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915" name="OTLSHAPE_M_7b0996464ffd4cd3a3b383ab1ba22438_Shape"/>
          <p:cNvSpPr/>
          <p:nvPr>
            <p:custDataLst>
              <p:tags r:id="rId46"/>
            </p:custDataLst>
          </p:nvPr>
        </p:nvSpPr>
        <p:spPr>
          <a:xfrm>
            <a:off x="6916328" y="2724150"/>
            <a:ext cx="228600" cy="254000"/>
          </a:xfrm>
          <a:prstGeom prst="teardrop">
            <a:avLst/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6" name="OTLSHAPE_M_7f583de0854a4cacb89837f3a379bb4a_Title"/>
          <p:cNvSpPr txBox="1"/>
          <p:nvPr>
            <p:custDataLst>
              <p:tags r:id="rId47"/>
            </p:custDataLst>
          </p:nvPr>
        </p:nvSpPr>
        <p:spPr>
          <a:xfrm>
            <a:off x="7782509" y="2348824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smtClean="0">
                <a:solidFill>
                  <a:srgbClr val="489A61"/>
                </a:solidFill>
                <a:latin typeface="Calibri" panose="020F0502020204030204" pitchFamily="34" charset="0"/>
              </a:rPr>
              <a:t>Milestone 7</a:t>
            </a:r>
            <a:endParaRPr lang="en-US" sz="1000" b="1" spc="-6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917" name="OTLSHAPE_M_7f583de0854a4cacb89837f3a379bb4a_Date"/>
          <p:cNvSpPr txBox="1"/>
          <p:nvPr>
            <p:custDataLst>
              <p:tags r:id="rId48"/>
            </p:custDataLst>
          </p:nvPr>
        </p:nvSpPr>
        <p:spPr>
          <a:xfrm>
            <a:off x="7931141" y="250384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rgbClr val="7F7F7F"/>
                </a:solidFill>
                <a:latin typeface="Calibri" panose="020F0502020204030204" pitchFamily="34" charset="0"/>
              </a:rPr>
              <a:t>Jan 30</a:t>
            </a:r>
            <a:endParaRPr lang="en-US" sz="1000" spc="-6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18" name="OTLSHAPE_M_7f583de0854a4cacb89837f3a379bb4a_Shape"/>
          <p:cNvSpPr/>
          <p:nvPr>
            <p:custDataLst>
              <p:tags r:id="rId49"/>
            </p:custDataLst>
          </p:nvPr>
        </p:nvSpPr>
        <p:spPr>
          <a:xfrm>
            <a:off x="7941513" y="2647950"/>
            <a:ext cx="304800" cy="3302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9" name="OTLSHAPE_T_7c518fb37f2142bb8e0445920d0403b5_Shape"/>
          <p:cNvSpPr/>
          <p:nvPr>
            <p:custDataLst>
              <p:tags r:id="rId50"/>
            </p:custDataLst>
          </p:nvPr>
        </p:nvSpPr>
        <p:spPr>
          <a:xfrm>
            <a:off x="3192430" y="3498850"/>
            <a:ext cx="215900" cy="203200"/>
          </a:xfrm>
          <a:prstGeom prst="roundRect">
            <a:avLst>
              <a:gd name="adj" fmla="val 100000"/>
            </a:avLst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0" name="OTLSHAPE_T_7c518fb37f2142bb8e0445920d0403b5_ShapePercentage" hidden="1"/>
          <p:cNvSpPr/>
          <p:nvPr>
            <p:custDataLst>
              <p:tags r:id="rId51"/>
            </p:custDataLst>
          </p:nvPr>
        </p:nvSpPr>
        <p:spPr>
          <a:xfrm>
            <a:off x="3192430" y="34988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1" name="OTLSHAPE_T_7c518fb37f2142bb8e0445920d0403b5_Duration" hidden="1"/>
          <p:cNvSpPr txBox="1"/>
          <p:nvPr>
            <p:custDataLst>
              <p:tags r:id="rId52"/>
            </p:custDataLst>
          </p:nvPr>
        </p:nvSpPr>
        <p:spPr>
          <a:xfrm>
            <a:off x="0" y="3498850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22" name="OTLSHAPE_T_7c518fb37f2142bb8e0445920d0403b5_TextPercentage" hidden="1"/>
          <p:cNvSpPr txBox="1"/>
          <p:nvPr>
            <p:custDataLst>
              <p:tags r:id="rId53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23" name="OTLSHAPE_T_7c518fb37f2142bb8e0445920d0403b5_StartDate" hidden="1"/>
          <p:cNvSpPr txBox="1"/>
          <p:nvPr>
            <p:custDataLst>
              <p:tags r:id="rId54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24" name="OTLSHAPE_T_7c518fb37f2142bb8e0445920d0403b5_EndDate" hidden="1"/>
          <p:cNvSpPr txBox="1"/>
          <p:nvPr>
            <p:custDataLst>
              <p:tags r:id="rId55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25" name="OTLSHAPE_T_7c518fb37f2142bb8e0445920d0403b5_Title"/>
          <p:cNvSpPr txBox="1"/>
          <p:nvPr>
            <p:custDataLst>
              <p:tags r:id="rId56"/>
            </p:custDataLst>
          </p:nvPr>
        </p:nvSpPr>
        <p:spPr>
          <a:xfrm>
            <a:off x="2540539" y="35229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smtClean="0">
                <a:solidFill>
                  <a:srgbClr val="0070C0"/>
                </a:solidFill>
                <a:latin typeface="Calibri" panose="020F0502020204030204" pitchFamily="34" charset="0"/>
              </a:rPr>
              <a:t>Task 1 Here</a:t>
            </a:r>
            <a:endParaRPr lang="en-US" sz="1000" b="1" spc="-8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8926" name="OTLSHAPE_T_7c518fb37f2142bb8e0445920d0403b5_JoinedDate"/>
          <p:cNvSpPr txBox="1"/>
          <p:nvPr>
            <p:custDataLst>
              <p:tags r:id="rId57"/>
            </p:custDataLst>
          </p:nvPr>
        </p:nvSpPr>
        <p:spPr>
          <a:xfrm>
            <a:off x="3450700" y="3522938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smtClean="0">
                <a:solidFill>
                  <a:srgbClr val="7F7F7F"/>
                </a:solidFill>
                <a:latin typeface="Calibri" panose="020F0502020204030204" pitchFamily="34" charset="0"/>
              </a:rPr>
              <a:t>Jul 25 - Aug 1</a:t>
            </a:r>
            <a:endParaRPr lang="en-US" sz="1000" spc="-4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27" name="OTLSHAPE_T_be3ae38f60b3402d8a13f1e91eec41f5_Shape"/>
          <p:cNvSpPr/>
          <p:nvPr>
            <p:custDataLst>
              <p:tags r:id="rId58"/>
            </p:custDataLst>
          </p:nvPr>
        </p:nvSpPr>
        <p:spPr>
          <a:xfrm>
            <a:off x="3737040" y="3765550"/>
            <a:ext cx="6350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8" name="OTLSHAPE_T_be3ae38f60b3402d8a13f1e91eec41f5_ShapePercentage" hidden="1"/>
          <p:cNvSpPr/>
          <p:nvPr>
            <p:custDataLst>
              <p:tags r:id="rId59"/>
            </p:custDataLst>
          </p:nvPr>
        </p:nvSpPr>
        <p:spPr>
          <a:xfrm>
            <a:off x="3737040" y="37655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9" name="OTLSHAPE_T_be3ae38f60b3402d8a13f1e91eec41f5_Duration" hidden="1"/>
          <p:cNvSpPr txBox="1"/>
          <p:nvPr>
            <p:custDataLst>
              <p:tags r:id="rId60"/>
            </p:custDataLst>
          </p:nvPr>
        </p:nvSpPr>
        <p:spPr>
          <a:xfrm>
            <a:off x="0" y="37655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16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30" name="OTLSHAPE_T_be3ae38f60b3402d8a13f1e91eec41f5_TextPercentage" hidden="1"/>
          <p:cNvSpPr txBox="1"/>
          <p:nvPr>
            <p:custDataLst>
              <p:tags r:id="rId61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31" name="OTLSHAPE_T_be3ae38f60b3402d8a13f1e91eec41f5_StartDate" hidden="1"/>
          <p:cNvSpPr txBox="1"/>
          <p:nvPr>
            <p:custDataLst>
              <p:tags r:id="rId62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32" name="OTLSHAPE_T_be3ae38f60b3402d8a13f1e91eec41f5_EndDate" hidden="1"/>
          <p:cNvSpPr txBox="1"/>
          <p:nvPr>
            <p:custDataLst>
              <p:tags r:id="rId63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33" name="OTLSHAPE_T_be3ae38f60b3402d8a13f1e91eec41f5_Title"/>
          <p:cNvSpPr txBox="1"/>
          <p:nvPr>
            <p:custDataLst>
              <p:tags r:id="rId64"/>
            </p:custDataLst>
          </p:nvPr>
        </p:nvSpPr>
        <p:spPr>
          <a:xfrm>
            <a:off x="3085149" y="37896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smtClean="0">
                <a:solidFill>
                  <a:srgbClr val="D24726"/>
                </a:solidFill>
                <a:latin typeface="Calibri" panose="020F0502020204030204" pitchFamily="34" charset="0"/>
              </a:rPr>
              <a:t>Task 2 Here</a:t>
            </a:r>
            <a:endParaRPr lang="en-US" sz="1000" b="1" spc="-8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934" name="OTLSHAPE_T_be3ae38f60b3402d8a13f1e91eec41f5_JoinedDate"/>
          <p:cNvSpPr txBox="1"/>
          <p:nvPr>
            <p:custDataLst>
              <p:tags r:id="rId65"/>
            </p:custDataLst>
          </p:nvPr>
        </p:nvSpPr>
        <p:spPr>
          <a:xfrm>
            <a:off x="4410250" y="3789638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smtClean="0">
                <a:solidFill>
                  <a:srgbClr val="7F7F7F"/>
                </a:solidFill>
                <a:latin typeface="Calibri" panose="020F0502020204030204" pitchFamily="34" charset="0"/>
              </a:rPr>
              <a:t>Aug 15 - Sep 7</a:t>
            </a:r>
            <a:endParaRPr lang="en-US" sz="1000" spc="-4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35" name="OTLSHAPE_T_9aa183d65df24b0c8fecd0a002471583_Shape"/>
          <p:cNvSpPr/>
          <p:nvPr>
            <p:custDataLst>
              <p:tags r:id="rId66"/>
            </p:custDataLst>
          </p:nvPr>
        </p:nvSpPr>
        <p:spPr>
          <a:xfrm>
            <a:off x="3737040" y="4032250"/>
            <a:ext cx="8890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6" name="OTLSHAPE_T_9aa183d65df24b0c8fecd0a002471583_ShapePercentage" hidden="1"/>
          <p:cNvSpPr/>
          <p:nvPr>
            <p:custDataLst>
              <p:tags r:id="rId67"/>
            </p:custDataLst>
          </p:nvPr>
        </p:nvSpPr>
        <p:spPr>
          <a:xfrm>
            <a:off x="3737040" y="40322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7" name="OTLSHAPE_T_9aa183d65df24b0c8fecd0a002471583_Duration" hidden="1"/>
          <p:cNvSpPr txBox="1"/>
          <p:nvPr>
            <p:custDataLst>
              <p:tags r:id="rId68"/>
            </p:custDataLst>
          </p:nvPr>
        </p:nvSpPr>
        <p:spPr>
          <a:xfrm>
            <a:off x="0" y="40322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24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38" name="OTLSHAPE_T_9aa183d65df24b0c8fecd0a002471583_TextPercentage" hidden="1"/>
          <p:cNvSpPr txBox="1"/>
          <p:nvPr>
            <p:custDataLst>
              <p:tags r:id="rId69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39" name="OTLSHAPE_T_9aa183d65df24b0c8fecd0a002471583_StartDate" hidden="1"/>
          <p:cNvSpPr txBox="1"/>
          <p:nvPr>
            <p:custDataLst>
              <p:tags r:id="rId70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40" name="OTLSHAPE_T_9aa183d65df24b0c8fecd0a002471583_EndDate" hidden="1"/>
          <p:cNvSpPr txBox="1"/>
          <p:nvPr>
            <p:custDataLst>
              <p:tags r:id="rId71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41" name="OTLSHAPE_T_9aa183d65df24b0c8fecd0a002471583_Title"/>
          <p:cNvSpPr txBox="1"/>
          <p:nvPr>
            <p:custDataLst>
              <p:tags r:id="rId72"/>
            </p:custDataLst>
          </p:nvPr>
        </p:nvSpPr>
        <p:spPr>
          <a:xfrm>
            <a:off x="3085149" y="40563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smtClean="0">
                <a:solidFill>
                  <a:srgbClr val="D24726"/>
                </a:solidFill>
                <a:latin typeface="Calibri" panose="020F0502020204030204" pitchFamily="34" charset="0"/>
              </a:rPr>
              <a:t>Task 3 Here</a:t>
            </a:r>
            <a:endParaRPr lang="en-US" sz="1000" b="1" spc="-8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942" name="OTLSHAPE_T_9aa183d65df24b0c8fecd0a002471583_JoinedDate"/>
          <p:cNvSpPr txBox="1"/>
          <p:nvPr>
            <p:custDataLst>
              <p:tags r:id="rId73"/>
            </p:custDataLst>
          </p:nvPr>
        </p:nvSpPr>
        <p:spPr>
          <a:xfrm>
            <a:off x="4669587" y="4056338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smtClean="0">
                <a:solidFill>
                  <a:srgbClr val="7F7F7F"/>
                </a:solidFill>
                <a:latin typeface="Calibri" panose="020F0502020204030204" pitchFamily="34" charset="0"/>
              </a:rPr>
              <a:t>Aug 15 - Sep 17</a:t>
            </a:r>
            <a:endParaRPr lang="en-US" sz="1000" spc="-4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43" name="OTLSHAPE_T_06a6a20021ea4acdac20b41f7b37b0dd_Shape"/>
          <p:cNvSpPr/>
          <p:nvPr>
            <p:custDataLst>
              <p:tags r:id="rId74"/>
            </p:custDataLst>
          </p:nvPr>
        </p:nvSpPr>
        <p:spPr>
          <a:xfrm>
            <a:off x="4359450" y="4298950"/>
            <a:ext cx="5969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4" name="OTLSHAPE_T_06a6a20021ea4acdac20b41f7b37b0dd_ShapePercentage" hidden="1"/>
          <p:cNvSpPr/>
          <p:nvPr>
            <p:custDataLst>
              <p:tags r:id="rId75"/>
            </p:custDataLst>
          </p:nvPr>
        </p:nvSpPr>
        <p:spPr>
          <a:xfrm>
            <a:off x="4359450" y="42989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5" name="OTLSHAPE_T_06a6a20021ea4acdac20b41f7b37b0dd_Duration" hidden="1"/>
          <p:cNvSpPr txBox="1"/>
          <p:nvPr>
            <p:custDataLst>
              <p:tags r:id="rId76"/>
            </p:custDataLst>
          </p:nvPr>
        </p:nvSpPr>
        <p:spPr>
          <a:xfrm>
            <a:off x="0" y="42989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17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46" name="OTLSHAPE_T_06a6a20021ea4acdac20b41f7b37b0dd_TextPercentage" hidden="1"/>
          <p:cNvSpPr txBox="1"/>
          <p:nvPr>
            <p:custDataLst>
              <p:tags r:id="rId77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47" name="OTLSHAPE_T_06a6a20021ea4acdac20b41f7b37b0dd_StartDate" hidden="1"/>
          <p:cNvSpPr txBox="1"/>
          <p:nvPr>
            <p:custDataLst>
              <p:tags r:id="rId78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48" name="OTLSHAPE_T_06a6a20021ea4acdac20b41f7b37b0dd_EndDate" hidden="1"/>
          <p:cNvSpPr txBox="1"/>
          <p:nvPr>
            <p:custDataLst>
              <p:tags r:id="rId79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49" name="OTLSHAPE_T_06a6a20021ea4acdac20b41f7b37b0dd_Title"/>
          <p:cNvSpPr txBox="1"/>
          <p:nvPr>
            <p:custDataLst>
              <p:tags r:id="rId80"/>
            </p:custDataLst>
          </p:nvPr>
        </p:nvSpPr>
        <p:spPr>
          <a:xfrm>
            <a:off x="3707559" y="43230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smtClean="0">
                <a:solidFill>
                  <a:srgbClr val="489A61"/>
                </a:solidFill>
                <a:latin typeface="Calibri" panose="020F0502020204030204" pitchFamily="34" charset="0"/>
              </a:rPr>
              <a:t>Task 4 Here</a:t>
            </a:r>
            <a:endParaRPr lang="en-US" sz="1000" b="1" spc="-8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950" name="OTLSHAPE_T_06a6a20021ea4acdac20b41f7b37b0dd_JoinedDate"/>
          <p:cNvSpPr txBox="1"/>
          <p:nvPr>
            <p:custDataLst>
              <p:tags r:id="rId81"/>
            </p:custDataLst>
          </p:nvPr>
        </p:nvSpPr>
        <p:spPr>
          <a:xfrm>
            <a:off x="5006727" y="4323038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smtClean="0">
                <a:solidFill>
                  <a:srgbClr val="7F7F7F"/>
                </a:solidFill>
                <a:latin typeface="Calibri" panose="020F0502020204030204" pitchFamily="34" charset="0"/>
              </a:rPr>
              <a:t>Sep 8 - Sep 30</a:t>
            </a:r>
            <a:endParaRPr lang="en-US" sz="1000" spc="-4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51" name="OTLSHAPE_T_e6f5c918bdd649a1ac919cf22468a23b_Shape"/>
          <p:cNvSpPr/>
          <p:nvPr>
            <p:custDataLst>
              <p:tags r:id="rId82"/>
            </p:custDataLst>
          </p:nvPr>
        </p:nvSpPr>
        <p:spPr>
          <a:xfrm>
            <a:off x="5033728" y="4565650"/>
            <a:ext cx="9144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2" name="OTLSHAPE_T_e6f5c918bdd649a1ac919cf22468a23b_ShapePercentage" hidden="1"/>
          <p:cNvSpPr/>
          <p:nvPr>
            <p:custDataLst>
              <p:tags r:id="rId83"/>
            </p:custDataLst>
          </p:nvPr>
        </p:nvSpPr>
        <p:spPr>
          <a:xfrm>
            <a:off x="5033728" y="45656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3" name="OTLSHAPE_T_e6f5c918bdd649a1ac919cf22468a23b_Duration" hidden="1"/>
          <p:cNvSpPr txBox="1"/>
          <p:nvPr>
            <p:custDataLst>
              <p:tags r:id="rId84"/>
            </p:custDataLst>
          </p:nvPr>
        </p:nvSpPr>
        <p:spPr>
          <a:xfrm>
            <a:off x="0" y="45656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54" name="OTLSHAPE_T_e6f5c918bdd649a1ac919cf22468a23b_TextPercentage" hidden="1"/>
          <p:cNvSpPr txBox="1"/>
          <p:nvPr>
            <p:custDataLst>
              <p:tags r:id="rId85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955" name="OTLSHAPE_T_e6f5c918bdd649a1ac919cf22468a23b_StartDate" hidden="1"/>
          <p:cNvSpPr txBox="1"/>
          <p:nvPr>
            <p:custDataLst>
              <p:tags r:id="rId86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56" name="OTLSHAPE_T_e6f5c918bdd649a1ac919cf22468a23b_EndDate" hidden="1"/>
          <p:cNvSpPr txBox="1"/>
          <p:nvPr>
            <p:custDataLst>
              <p:tags r:id="rId87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957" name="OTLSHAPE_T_e6f5c918bdd649a1ac919cf22468a23b_Title"/>
          <p:cNvSpPr txBox="1"/>
          <p:nvPr>
            <p:custDataLst>
              <p:tags r:id="rId88"/>
            </p:custDataLst>
          </p:nvPr>
        </p:nvSpPr>
        <p:spPr>
          <a:xfrm>
            <a:off x="4381837" y="45897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smtClean="0">
                <a:solidFill>
                  <a:srgbClr val="489A61"/>
                </a:solidFill>
                <a:latin typeface="Calibri" panose="020F0502020204030204" pitchFamily="34" charset="0"/>
              </a:rPr>
              <a:t>Task 5 Here</a:t>
            </a:r>
            <a:endParaRPr lang="en-US" sz="1000" b="1" spc="-8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958" name="OTLSHAPE_T_e6f5c918bdd649a1ac919cf22468a23b_JoinedDate"/>
          <p:cNvSpPr txBox="1"/>
          <p:nvPr>
            <p:custDataLst>
              <p:tags r:id="rId89"/>
            </p:custDataLst>
          </p:nvPr>
        </p:nvSpPr>
        <p:spPr>
          <a:xfrm>
            <a:off x="5992209" y="4589738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smtClean="0">
                <a:solidFill>
                  <a:srgbClr val="7F7F7F"/>
                </a:solidFill>
                <a:latin typeface="Calibri" panose="020F0502020204030204" pitchFamily="34" charset="0"/>
              </a:rPr>
              <a:t>Oct 4 - Nov 7</a:t>
            </a:r>
            <a:endParaRPr lang="en-US" sz="1000" spc="-4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1154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934" y="1582387"/>
            <a:ext cx="4083297" cy="2268498"/>
          </a:xfrm>
          <a:prstGeom prst="rect">
            <a:avLst/>
          </a:prstGeom>
          <a:effectLst>
            <a:outerShdw blurRad="165100" dir="5400000" algn="ctr" rotWithShape="0">
              <a:srgbClr val="000000">
                <a:alpha val="3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191726" y="319846"/>
            <a:ext cx="8828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D24726"/>
                </a:solidFill>
                <a:latin typeface="Segoe UI Light" panose="020B0502040204020203" pitchFamily="34" charset="0"/>
                <a:ea typeface="Segoe UI" pitchFamily="34" charset="0"/>
                <a:cs typeface="Segoe UI Light" panose="020B0502040204020203" pitchFamily="34" charset="0"/>
              </a:rPr>
              <a:t>To change and update this template </a:t>
            </a:r>
            <a:r>
              <a:rPr lang="en-US" sz="2400" dirty="0" smtClean="0">
                <a:solidFill>
                  <a:srgbClr val="D24726"/>
                </a:solidFill>
                <a:latin typeface="Segoe UI Light" panose="020B0502040204020203" pitchFamily="34" charset="0"/>
                <a:ea typeface="Segoe UI" pitchFamily="34" charset="0"/>
                <a:cs typeface="Segoe UI Light" panose="020B0502040204020203" pitchFamily="34" charset="0"/>
              </a:rPr>
              <a:t>automatically, </a:t>
            </a:r>
            <a:endParaRPr lang="en-US" sz="2400" dirty="0">
              <a:solidFill>
                <a:srgbClr val="D24726"/>
              </a:solidFill>
              <a:latin typeface="Segoe UI Light" panose="020B0502040204020203" pitchFamily="34" charset="0"/>
              <a:ea typeface="Segoe UI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sz="2400" dirty="0">
                <a:solidFill>
                  <a:srgbClr val="D24726"/>
                </a:solidFill>
                <a:latin typeface="Segoe UI Light" panose="020B0502040204020203" pitchFamily="34" charset="0"/>
                <a:ea typeface="Segoe UI" pitchFamily="34" charset="0"/>
                <a:cs typeface="Segoe UI Light" panose="020B0502040204020203" pitchFamily="34" charset="0"/>
              </a:rPr>
              <a:t>download the </a:t>
            </a:r>
            <a:r>
              <a:rPr lang="en-US" sz="2400" dirty="0" smtClean="0">
                <a:solidFill>
                  <a:srgbClr val="D24726"/>
                </a:solidFill>
                <a:latin typeface="Segoe UI Light" panose="020B0502040204020203" pitchFamily="34" charset="0"/>
                <a:ea typeface="Segoe UI" pitchFamily="34" charset="0"/>
                <a:cs typeface="Segoe UI Light" panose="020B0502040204020203" pitchFamily="34" charset="0"/>
              </a:rPr>
              <a:t>free Office </a:t>
            </a:r>
            <a:r>
              <a:rPr lang="en-US" sz="2400" dirty="0">
                <a:solidFill>
                  <a:srgbClr val="D24726"/>
                </a:solidFill>
                <a:latin typeface="Segoe UI Light" panose="020B0502040204020203" pitchFamily="34" charset="0"/>
                <a:ea typeface="Segoe UI" pitchFamily="34" charset="0"/>
                <a:cs typeface="Segoe UI Light" panose="020B0502040204020203" pitchFamily="34" charset="0"/>
              </a:rPr>
              <a:t>Timeline PowerPoint add-in!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1984" y="1770434"/>
            <a:ext cx="2993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Office Timeline is a </a:t>
            </a:r>
            <a:r>
              <a:rPr lang="en-US" sz="16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free</a:t>
            </a:r>
            <a:r>
              <a:rPr 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award winning, timeline maker that's really easy to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1984" y="2750716"/>
            <a:ext cx="3102377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24726"/>
                </a:solidFill>
              </a:rPr>
              <a:t>Simple, easy-to-use wizards.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24726"/>
                </a:solidFill>
              </a:rPr>
              <a:t>Professional, quick results.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24726"/>
                </a:solidFill>
              </a:rPr>
              <a:t>Built directly into PowerPoint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935" y="4226010"/>
            <a:ext cx="4081992" cy="2267773"/>
          </a:xfrm>
          <a:prstGeom prst="rect">
            <a:avLst/>
          </a:prstGeom>
          <a:effectLst>
            <a:outerShdw blurRad="165100" dir="5400000" algn="ctr" rotWithShape="0">
              <a:srgbClr val="000000">
                <a:alpha val="30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085" y="1851321"/>
            <a:ext cx="405602" cy="405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9061" y="4482068"/>
            <a:ext cx="3851449" cy="161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78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4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33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iJSb2FkbWFwIiwiSXNUZW1wbGF0ZSI6dHJ1ZSwiVmVyc2lvbiI6eyIkaWQiOiIyIiwiVmVyc2lvbiI6IjMuMC4xIiwiT3JpZ2luYWxBc3NlbWJseVZlcnNpb24iOiIxLjAwLjAwLjAwIiwiRWRpdGlvbiI6IlBsdXMiLCJJc1BsdXNFZGl0aW9uIjp0cnVlfSwiRWZmZWN0IjoxLCJTdHlsZSI6eyIkaWQiOiIzIiwiVGltZWJhbmRTdHlsZSI6eyIkaWQiOiI0IiwiU2NhbGVNYXJraW5nIjowLCJTaGFwZSI6MTMsIlNoYXBlU3R5bGUiOnsiJGlkIjoiNSIsIk1hcmdpbiI6eyIkaWQiOiI2IiwiVG9wIjowLCJMZWZ0IjoxMCwiUmlnaHQiOjEwLCJCb3R0b20iOjB9LCJQYWRkaW5nIjp7IiRpZCI6IjciLCJUb3AiOjMsIkxlZnQiOjEzLCJSaWdodCI6MTMsIkJvdHRvbSI6M30sIkJhY2tncm91bmQiOnsiJGlkIjoiOCIsIkNvbG9yIjp7IiRpZCI6IjkiLCJBIjoyNTUsIlIiOjY4LCJHIjo4NCwiQiI6MTA2fX0sIklzVmlzaWJsZSI6dHJ1ZSwiV2lkdGgiOjg1OC4wLCJIZWlnaHQiOjM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vcmJlbCIsIklzQm9sZCI6ZmFsc2UsIklzSXRhbGljIjpmYWxzZSwiSXNVbmRlcmxpbmVkIjpmYWxzZSwiUGFyZW50U3R5bGUiOm51bGx9LCJBdXRvU2l6ZSI6MCwiRm9yZWdyb3VuZCI6eyIkaWQiOiIxNSIsIkNvbG9yIjp7IiRpZCI6IjE2IiwiQSI6MjU1LCJSIjoxOTIsIkciOjgwLCJCIjo3N319LCJNYXhXaWR0aCI6IkluZmluaXR5IiwiTWF4SGVpZ2h0IjoiSW5maW5pdHkiLCJTbWFydEZvcmVncm91bmRJc0FjdGl2ZSI6ZmFsc2UsIkhvcml6b250YWxBbGlnbm1lbnQiOjAsIlZlcnRpY2FsQWxpZ25tZW50IjowLCJTbWFydEZvcmVncm91bmQiOm51bGwsIk1hcmdpbiI6eyIkaWQiOiIxNyIsIlRvcCI6MCwiTGVmdCI6MCwiUmlnaHQiOjIwLCJCb3R0b20iOjB9LCJQYWRkaW5nIjp7IiRpZCI6IjE4IiwiVG9wIjowLCJMZWZ0IjowLCJSaWdodCI6MCwiQm90dG9tIjowfSwiQmFja2dyb3VuZCI6eyIkaWQiOiIxOSIsIkNvbG9yIjp7IiRpZCI6IjIwIiwiQSI6ODksIlIiOjAsIkciOjAsIkIiOjB9fSwiSXNWaXNpYmxlIjp0cnVlLCJXaWR0aCI6MC4wLCJIZWlnaHQiOjAuMCwiQm9yZGVyU3R5bGUiOm51bGwsIlBhcmVudFN0eWxlIjpudWxsfSwiTGVmdEVuZENhcHNTdHlsZSI6eyIkaWQiOiIyMSIsIkZvbnRTZXR0aW5ncyI6eyIkaWQiOiIyMiIsIkZvbnRTaXplIjoxOCwiRm9udE5hbWUiOiJDb3JiZWwiLCJJc0JvbGQiOmZhbHNlLCJJc0l0YWxpYyI6ZmFsc2UsIklzVW5kZXJsaW5lZCI6ZmFsc2UsIlBhcmVudFN0eWxlIjpudWxsfSwiQXV0b1NpemUiOjAsIkZvcmVncm91bmQiOnsiJGlkIjoiMjMiLCJDb2xvciI6eyIkaWQiOiIyNCIsIkEiOjI1NSwiUiI6MTkyLCJHIjo4MCwiQiI6Nzd9fSwiTWF4V2lkdGgiOiJJbmZpbml0eSIsIk1heEhlaWdodCI6IkluZmluaXR5IiwiU21hcnRGb3JlZ3JvdW5kSXNBY3RpdmUiOmZhbHNlLCJIb3Jpem9udGFsQWxpZ25tZW50IjowLCJWZXJ0aWNhbEFsaWdubWVudCI6MCwiU21hcnRGb3JlZ3JvdW5kIjpudWxsLCJNYXJnaW4iOnsiJGlkIjoiMjUiLCJUb3AiOjAsIkxlZnQiOjIwLCJSaWdodCI6MCwiQm90dG9tIjowfSwiUGFkZGluZyI6eyIkaWQiOiIyNiIsIlRvcCI6MCwiTGVmdCI6MCwiUmlnaHQiOjAsIkJvdHRvbSI6MH0sIkJhY2tncm91bmQiOnsiJGlkIjoiMjciLCJDb2xvciI6eyIkcmVmIjoiMjAifX0sIklzVmlzaWJsZSI6dHJ1ZSwiV2lkdGgiOjAuMCwiSGVpZ2h0IjowLjAsIkJvcmRlclN0eWxlIjpudWxsLCJQYXJlbnRTdHlsZSI6bnVsbH0sIlRvZGF5VGV4dFN0eWxlIjp7IiRpZCI6IjI4IiwiRm9udFNldHRpbmdzIjp7IiRpZCI6IjI5IiwiRm9udFNpemUiOjg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1hcmdpbiI6eyIkaWQiOiIzMiIsIlRvcCI6MCwiTGVmdCI6MCwiUmlnaHQiOjAsIkJvdHRvbSI6MH0sIlBhZGRpbmciOnsiJGlkIjoiMzMiLCJUb3AiOjAsIkxlZnQiOjAsIlJpZ2h0IjowLCJCb3R0b20iOjB9LCJCYWNrZ3JvdW5kIjp7IiRpZCI6IjM0IiwiQ29sb3IiOnsiJHJlZiI6IjIwIn19LCJJc1Zpc2libGUiOmZhbHN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zMSwiRyI6MjMwLCJCIjoyMzB9fSwiTWF4V2lkdGgiOjIwMC4wLCJNYXhIZWlnaHQiOiJJbmZpbml0eSIsIlNtYXJ0Rm9yZWdyb3VuZElzQWN0aXZlIjpmYWxzZSwiSG9yaXpvbnRhbEFsaWdubWVudCI6MCwiVmVydGljYWxBbGlnbm1lbnQiOjEsIlNtYXJ0Rm9yZWdyb3VuZCI6bnVsb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NzcsIlIiOjAsIkciOjAsIkIiOjB9fSwiQXBwZW5kWWVhck9uWWVhckNoYW5nZSI6dHJ1ZSwiRWxhcHNlZFRpbWVGb3JtYXQiOjEsIlRvZGF5TWFya2VyUG9zaXRpb24iOjAsIlF1aWNrUG9zaXRpb24iOjMsIkFic29sdXRlUG9zaXRpb24iOjIyOS41LCJNYXJnaW4iOnsiJGlkIjoiNDkiLCJUb3AiOjAsIkxlZnQiOjEwLCJSaWdodCI6MTAsIkJvdHRvbSI6MH0sIlBhZGRpbmciOnsiJGlkIjoiNTAiLCJUb3AiOjAsIkxlZnQiOjAsIlJpZ2h0IjowLCJCb3R0b20iOjB9LCJCYWNrZ3JvdW5kIjp7IiRpZCI6IjUxIiwiQ29sb3IiOnsiJGlkIjoiNTIiLCJBIjoyNTUsIlIiOjY4LCJHIjo4NCwiQiI6MTA2fX0sIklzVmlzaWJsZSI6dHJ1ZSwiV2lkdGgiOjAuMCwiSGVpZ2h0IjowLjAsIkJvcmRlclN0eWxlIjpudWxsLCJQYXJlbnRTdHlsZSI6bnVsbH0sIkRlZmF1bHRNaWxlc3RvbmVTdHlsZSI6eyIkaWQiOiI1MyIsIlNoYXBlIjowLCJDb25uZWN0b3JNYXJnaW4iOnsiJGlkIjoiNTQiLCJUb3AiOjAsIkxlZnQiOjIsIlJpZ2h0IjoyLCJCb3R0b20iOjB9LCJDb25uZWN0b3JTdHlsZSI6eyIkaWQiOiI1NSIsIkxpbmVDb2xvciI6eyIkaWQiOiI1NiIsIiR0eXBlIjoiTkxSRS5Db21tb24uRG9tLlNvbGlkQ29sb3JCcnVzaCwgTkxSRS5Db21tb24iLCJDb2xvciI6eyIkaWQiOiI1NyIsIkEiOjI1NSwiUiI6NzksIkciOjEyOSwiQiI6MTg5fX0sIkxpbmVXZWlnaHQiOjEuMCwiTGluZVR5cGUiOjAsIlBhcmVudFN0eWxlIjpudWxsfSwiSXNCZWxvd1RpbWViYW5kIjpmYWxzZS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0LCJGb250TmFtZSI6IkNvcmJlbC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E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EsIkZvbnROYW1lIjoiQ29yYmVsIiwiSXNCb2xkIjpmYWxzZSwiSXNJdGFsaWMiOmZhbHNlLCJJc1VuZGVybGluZWQiOmZhbHNlLCJQYXJlbnRTdHlsZSI6bnVsbH0sIkF1dG9TaXplIjowLCJGb3JlZ3JvdW5kIjp7IiRpZCI6Ijc0IiwiQ29sb3IiOnsiJGlkIjoiNzUiLCJBIjoyNTUsIlIiOjIwOSwiRyI6NDAsIkIiOjQ2fX0sIk1heFdpZHRoIjoyMDAuMCwiTWF4SGVpZ2h0IjoiSW5maW5pdHkiLCJTbWFydEZvcmVncm91bmRJc0FjdGl2ZSI6ZmFsc2UsIkhvcml6b250YWxBbGlnbm1lbnQiOjAsIlZlcnRpY2FsQWxpZ25tZW50IjowLCJTbWFydEZvcmVncm91bmQiOm51bGwsIk1hcmdpbiI6eyIkaWQiOiI3NiIsIlRvcCI6MCwiTGVmdCI6MCwiUmlnaHQiOjAsIkJvdHRvbSI6MH0sIlBhZGRpbmciOnsiJGlkIjoiNzciLCJUb3AiOjAsIkxlZnQiOjAsIlJpZ2h0IjowLCJCb3R0b20iOjB9LCJCYWNrZ3JvdW5kIjp7IiRpZCI6Ijc4IiwiQ29sb3IiOnsiJHJlZiI6IjIwIn19LCJJc1Zpc2libGUiOnRydWUsIldpZHRoIjowLjAsIkhlaWdodCI6MC4wLCJCb3JkZXJTdHlsZSI6bnVsbCwiUGFyZW50U3R5bGUiOm51bGx9LCJEYXRlRm9ybWF0Ijp7IiRpZCI6Ijc5IiwiRm9ybWF0U3RyaW5nIjoiTU1NIGQiLCJTZXBhcmF0b3IiOiIvIiwiVXNlSW50ZXJuYXRpb25hbERhdGVGb3JtYXQiOmZhbHNlfSwiSXNWaXNpYmxlIjp0cnVlLCJQYXJlbnRTdHlsZSI6bnVsbH0sIkRlZmF1bHRUYXNrU3R5bGUiOnsiJGlkIjoiODAiLCJTaGFwZSI6MiwiU2hhcGVUaGlja25lc3MiOjEsIkR1cmF0aW9uRm9ybWF0IjowLCJJbmNsdWRlTm9uV29ya2luZ0RheXNJbkR1cmF0aW9uIjpmYWxzZSwiUGVyY2VudGFnZUNvbXBsZXRlU3R5bGUiOnsiJGlkIjoiODEiLCJGb250U2V0dGluZ3MiOnsiJGlkIjoiODIiLCJGb250U2l6ZSI6MTAsIkZvbnROYW1lIjoiQ2FsaWJyaSIsIklzQm9sZCI6ZmFsc2UsIklzSXRhbGljIjpmYWxzZSwiSXNVbmRlcmxpbmVkIjpmYWxzZSwiUGFyZW50U3R5bGUiOm51bGx9LCJBdXRvU2l6ZSI6MCwiRm9yZWdyb3VuZCI6eyIkaWQiOiI4MyIsIkNvbG9yIjp7IiRpZCI6Ijg0IiwiQSI6MjU1LCJSIjoxOTIsIkciOjgwLCJCIjo3N319LCJNYXhXaWR0aCI6MjAwLjAsIk1heEhlaWdodCI6IkluZmluaXR5IiwiU21hcnRGb3JlZ3JvdW5kSXNBY3RpdmUiOmZhbHNlLCJIb3Jpem9udGFsQWxpZ25tZW50IjowLCJWZXJ0aWNhbEFsaWdubWVudCI6MCwiU21hcnRGb3JlZ3JvdW5kIjpudWxsLCJNYXJnaW4iOnsiJGlkIjoiODUiLCJUb3AiOjAsIkxlZnQiOjAsIlJpZ2h0IjowLCJCb3R0b20iOjB9LCJQYWRkaW5nIjp7IiRpZCI6Ijg2IiwiVG9wIjowLCJMZWZ0IjowLCJSaWdodCI6MCwiQm90dG9tIjowfSwiQmFja2dyb3VuZCI6eyIkaWQiOiI4NyIsIkNvbG9yIjp7IiRyZWYiOiIyMCJ9fSwiSXNWaXNpYmxlIjp0cnVlLCJXaWR0aCI6MC4wLCJIZWlnaHQiOjAuMCwiQm9yZGVyU3R5bGUiOm51bGwsIlBhcmVudFN0eWxlIjpudWxsfSwiRHVyYXRpb25TdHlsZSI6eyIkaWQiOiI4OCIsIkZvbnRTZXR0aW5ncyI6eyIkaWQiOiI4OSIsIkZvbnRTaXplIjoxMiwiRm9udE5hbWUiOiJDYWxpYnJpIiwiSXNCb2xkIjpmYWxzZSwiSXNJdGFsaWMiOmZhbHNlLCJJc1VuZGVybGluZWQiOmZhbHNlLCJQYXJlbnRTdHlsZSI6bnVsbH0sIkF1dG9TaXplIjowLCJGb3JlZ3JvdW5kIjp7IiRpZCI6IjkwIiwiQ29sb3IiOnsiJGlkIjoiOTEiLCJBIjoyNTUsIlIiOjI1NSwiRyI6MjU1LCJCIjoyNTV9fSwiTWF4V2lkdGgiOjIwMC4wLCJNYXhIZWlnaHQiOiJJbmZpbml0eSIsIlNtYXJ0Rm9yZWdyb3VuZElzQWN0aXZlIjpmYWxzZSwiSG9yaXpvbnRhbEFsaWdubWVudCI6MCwiVmVydGljYWxBbGlnbm1lbnQiOjAsIlNtYXJ0Rm9yZWdyb3VuZCI6bnVsbCwiTWFyZ2luIjp7IiRpZCI6IjkyIiwiVG9wIjowLCJMZWZ0IjowLCJSaWdodCI6MCwiQm90dG9tIjowfSwiUGFkZGluZyI6eyIkaWQiOiI5MyIsIlRvcCI6MCwiTGVmdCI6MCwiUmlnaHQiOjAsIkJvdHRvbSI6MH0sIkJhY2tncm91bmQiOnsiJGlkIjoiOTQiLCJDb2xvciI6eyIkcmVmIjoiMjAifX0sIklzVmlzaWJsZSI6dHJ1ZSwiV2lkdGgiOjAuMCwiSGVpZ2h0IjowLjAsIkJvcmRlclN0eWxlIjpudWxsLCJQYXJlbnRTdHlsZSI6bnVsbH0sIkhvcml6b250YWxDb25uZWN0b3JTdHlsZSI6eyIkaWQiOiI5NSIsIkxpbmVDb2xvciI6eyIkaWQiOiI5NiIsIiR0eXBlIjoiTkxSRS5Db21tb24uRG9tLlNvbGlkQ29sb3JCcnVzaCwgTkxSRS5Db21tb24iLCJDb2xvciI6eyIkaWQiOiI5NyIsIkEiOjI1NSwiUiI6MjMxLCJHIjoyMzAsIkIiOjIzMH19LCJMaW5lV2VpZ2h0IjowLjAsIkxpbmVUeXBlIjowLCJQYXJlbnRTdHlsZSI6bnVsbH0sIlZlcnRpY2FsQ29ubmVjdG9yU3R5bGUiOnsiJGlkIjoiOTgiLCJMaW5lQ29sb3IiOnsiJGlkIjoiOTkiLCIkdHlwZSI6Ik5MUkUuQ29tbW9uLkRvbS5Tb2xpZENvbG9yQnJ1c2gsIE5MUkUuQ29tbW9uIiwiQ29sb3IiOnsiJGlkIjoiMTAwIiwiQSI6MjU1LCJSIjoyMzEsIkciOjIzMCwiQiI6MjMwfX0sIkxpbmVXZWlnaHQiOjAuMCwiTGluZVR5cGUiOjAsIlBhcmVudFN0eWxlIjpudWxsfSwiTWFyZ2luIjpudWxsLCJTdGFydERhdGVQb3NpdGlvbiI6NCwiRW5kRGF0ZVBvc2l0aW9uIjo0LCJUaXRsZVBvc2l0aW9uIjozLCJEdXJhdGlvblBvc2l0aW9uIjo2LCJQZXJjZW50YWdlQ29tcGxldGVkUG9zaXRpb24iOjYsIlNwYWNpbmciOjEwLCJJc0JlbG93VGltZWJhbmQiOnRydWUsIlBlcmNlbnRhZ2VDb21wbGV0ZVNoYXBlT3BhY2l0eSI6MzUsIlNoYXBlU3R5bGUiOnsiJGlkIjoiMTAxIiwiTWFyZ2luIjp7IiRpZCI6IjEwMiIsIlRvcCI6MCwiTGVmdCI6NCwiUmlnaHQiOjQsIkJvdHRvbSI6MH0sIlBhZGRpbmciOnsiJGlkIjoiMTAzIiwiVG9wIjowLCJMZWZ0IjowLCJSaWdodCI6MCwiQm90dG9tIjowfSwiQmFja2dyb3VuZCI6bnVsbCwiSXNWaXNpYmxlIjp0cnVlLCJXaWR0aCI6MC4wLCJIZWlnaHQiOjE2LjAsIkJvcmRlclN0eWxlIjp7IiRpZCI6IjEwNCIsIkxpbmVDb2xvciI6eyIkaWQiOiIxMDUiLCIkdHlwZSI6Ik5MUkUuQ29tbW9uLkRvbS5Tb2xpZENvbG9yQnJ1c2gsIE5MUkUuQ29tbW9uIiwiQ29sb3IiOnsiJGlkIjoiMTA2IiwiQSI6MjU1LCJSIjoyNTUsIkciOjAsIkIiOjB9fSwiTGluZVdlaWdodCI6MC4wLCJMaW5lVHlwZSI6MCwiUGFyZW50U3R5bGUiOm51bGx9LCJQYXJlbnRTdHlsZSI6bnVsbH0sIlRpdGxlU3R5bGUiOnsiJGlkIjoiMTA3IiwiRm9udFNldHRpbmdzIjp7IiRpZCI6IjEwOCIsIkZvbnRTaXplIjoxNCwiRm9udE5hbWUiOiJDb3JiZWwiLCJJc0JvbGQiOmZhbHNlLCJJc0l0YWxpYyI6ZmFsc2UsIklzVW5kZXJsaW5lZCI6ZmFsc2UsIlBhcmVudFN0eWxlIjpudWxsfSwiQXV0b1NpemUiOjAsIkZvcmVncm91bmQiOnsiJGlkIjoiMTA5IiwiQ29sb3IiOnsiJGlkIjoiMTEwIiwiQSI6MjU1LCJSIjowLCJHIjowLCJCIjowfX0sIk1heFdpZHRoIjoyMDAuMCwiTWF4SGVpZ2h0IjoiSW5maW5pdHkiLCJTbWFydEZvcmVncm91bmRJc0FjdGl2ZSI6ZmFsc2UsIkhvcml6b250YWxBbGlnbm1lbnQiOjIsIlZlcnRpY2FsQWxpZ25tZW50IjowLCJTbWFydEZvcmVncm91bmQiOm51bGwsIk1hcmdpbiI6eyIkaWQiOiIxMTEiLCJUb3AiOjAsIkxlZnQiOjAsIlJpZ2h0IjowLCJCb3R0b20iOjB9LCJQYWRkaW5nIjp7IiRpZCI6IjExMiIsIlRvcCI6MCwiTGVmdCI6MCwiUmlnaHQiOjAsIkJvdHRvbSI6MH0sIkJhY2tncm91bmQiOnsiJGlkIjoiMTEzIiwiQ29sb3IiOnsiJHJlZiI6IjIwIn19LCJJc1Zpc2libGUiOnRydWUsIldpZHRoIjowLjAsIkhlaWdodCI6MC4wLCJCb3JkZXJTdHlsZSI6bnVsbCwiUGFyZW50U3R5bGUiOm51bGx9LCJEYXRlU3R5bGUiOnsiJGlkIjoiMTE0IiwiRm9udFNldHRpbmdzIjp7IiRpZCI6IjExNSIsIkZvbnRTaXplIjoxMiwiRm9udE5hbWUiOiJDYWxpYnJpIiwiSXNCb2xkIjpmYWxzZSwiSXNJdGFsaWMiOmZhbHNlLCJJc1VuZGVybGluZWQiOmZhbHNlLCJQYXJlbnRTdHlsZSI6bnVsbH0sIkF1dG9TaXplIjowLCJGb3JlZ3JvdW5kIjp7IiRpZCI6IjExNiIsIkNvbG9yIjp7IiRpZCI6IjExNyIsIkEiOjI1NSwiUiI6MjU1LCJHIjoyNTUsIkIiOjI1NX19LCJNYXhXaWR0aCI6MjAwLjAsIk1heEhlaWdodCI6IkluZmluaXR5IiwiU21hcnRGb3JlZ3JvdW5kSXNBY3RpdmUiOmZhbHNlLCJIb3Jpem9udGFsQWxpZ25tZW50IjowLCJWZXJ0aWNhbEFsaWdubWVudCI6MCwiU21hcnRGb3JlZ3JvdW5kIjpudWxsLCJNYXJnaW4iOnsiJGlkIjoiMTE4IiwiVG9wIjowLCJMZWZ0IjowLCJSaWdodCI6MCwiQm90dG9tIjowfSwiUGFkZGluZyI6eyIkaWQiOiIxMTkiLCJUb3AiOjAsIkxlZnQiOjAsIlJpZ2h0IjowLCJCb3R0b20iOjB9LCJCYWNrZ3JvdW5kIjp7IiRpZCI6IjEyMCIsIkNvbG9yIjp7IiRyZWYiOiIyMCJ9fSwiSXNWaXNpYmxlIjp0cnVlLCJXaWR0aCI6MC4wLCJIZWlnaHQiOjAuMCwiQm9yZGVyU3R5bGUiOm51bGwsIlBhcmVudFN0eWxlIjpudWxsfSwiRGF0ZUZvcm1hdCI6eyIkaWQiOiIxMjEiLCJGb3JtYXRTdHJpbmciOiJNTU0gZCIsIlNlcGFyYXRvciI6Ii8iLCJVc2VJbnRlcm5hdGlvbmFsRGF0ZUZvcm1hdCI6ZmFsc2V9LCJJc1Zpc2libGUiOnRydWUsIlBhcmVudFN0eWxlIjpudWxsfSwiU2hvd0VsYXBzZWRUaW1lR3JhZGllbnRTdHlsZSI6ZmFsc2V9LCJTY2FsZSI6eyIkaWQiOiIxMjIiLCJTdGFydERhdGUiOiIyMDE1LTA1LTEwVDAwOjAwOjAwWiIsIkVuZERhdGUiOiIyMDE2LTAxLTMwVDIzOjU5OjU5WiIsIkZvcm1hdCI6Ik1NTSIsIlR5cGUiOjIsIkF1dG9EYXRlUmFuZ2UiOnRydWUsIldvcmtpbmdEYXlzIjozMSwiVG9kYXlNYXJrZXJUZXh0IjoiVG9kYXkiLCJBdXRvU2NhbGVUeXBlIjp0cnVlfSwiTWlsZXN0b25lcyI6W3siJGlkIjoiMTIzIiwiRGF0ZSI6IjIwMTUtMDUtMTBUMDA6MDA6MDBaIiwiU3R5bGUiOnsiJGlkIjoiMTI0IiwiU2hhcGUiOjIsIkNvbm5lY3Rvck1hcmdpbiI6eyIkcmVmIjoiNTQifSwiQ29ubmVjdG9yU3R5bGUiOnsiJGlkIjoiMTI1IiwiTGluZUNvbG9yIjp7IiRpZCI6IjEyNiIsIiR0eXBlIjoiTkxSRS5Db21tb24uRG9tLlNvbGlkQ29sb3JCcnVzaCwgTkxSRS5Db21tb24iLCJDb2xvciI6eyIkaWQiOiIxMjciLCJBIjoyNTUsIlIiOjAsIkciOjExNCwiQiI6MTg4fX0sIkxpbmVXZWlnaHQiOjEuMCwiTGluZVR5cGUiOjAsIlBhcmVudFN0eWxlIjp7IiRyZWYiOiI1NSJ9fSwiSXNCZWxvd1RpbWViYW5kIjpmYWxzZSwiSGlkZURhdGUiOmZhbHNlLCJTaGFwZVNpemUiOjEsIlNwYWNpbmciOjAuMCwiUGFkZGluZyI6eyIkaWQiOiIxMjgiLCJUb3AiOjAsIkxlZnQiOjAsIlJpZ2h0IjowLCJCb3R0b20iOjB9LCJTaGFwZVN0eWxlIjp7IiRpZCI6IjEyOSIsIk1hcmdpbiI6eyIkcmVmIjoiNjAifSwiUGFkZGluZyI6eyIkcmVmIjoiNjEifSwiQmFja2dyb3VuZCI6eyIkaWQiOiIxMzAiLCJDb2xvciI6eyIkaWQiOiIxMzEiLCJBIjoyNTUsIlIiOjgsIkciOjEyNywiQiI6MTk1fX0sIklzVmlzaWJsZSI6dHJ1ZSwiV2lkdGgiOjEzLjAsIkhlaWdodCI6MTMuMCwiQm9yZGVyU3R5bGUiOnsiJGlkIjoiMTMyIiwiTGluZUNvbG9yIjp7IiRyZWYiOiI2MyJ9LCJMaW5lV2VpZ2h0IjowLjAsIkxpbmVUeXBlIjowLCJQYXJlbnRTdHlsZSI6eyIkcmVmIjoiNjIifX0sIlBhcmVudFN0eWxlIjp7IiRyZWYiOiI1OSJ9fSwiVGl0bGVTdHlsZSI6eyIkaWQiOiIxMzMiLCJGb250U2V0dGluZ3MiOnsiJGlkIjoiMTM0IiwiRm9udFNpemUiOjEwLCJGb250TmFtZSI6IkNhbGlicmkiLCJJc0JvbGQiOnRydWUsIklzSXRhbGljIjpmYWxzZSwiSXNVbmRlcmxpbmVkIjpmYWxzZSwiUGFyZW50U3R5bGUiOnsiJHJlZiI6IjY2In19LCJBdXRvU2l6ZSI6MCwiRm9yZWdyb3VuZCI6eyIkaWQiOiIxMzUiLCJDb2xvciI6eyIkaWQiOiIxMzY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zNyIsIkxpbmVDb2xvciI6bnVsbCwiTGluZVdlaWdodCI6MC4wLCJMaW5lVHlwZSI6MCwiUGFyZW50U3R5bGUiOm51bGx9LCJQYXJlbnRTdHlsZSI6eyIkcmVmIjoiNjUifX0sIkRhdGVTdHlsZSI6eyIkaWQiOiIxMzgiLCJGb250U2V0dGluZ3MiOnsiJGlkIjoiMTM5IiwiRm9udFNpemUiOjEwLCJGb250TmFtZSI6IkNhbGlicmkiLCJJc0JvbGQiOmZhbHNlLCJJc0l0YWxpYyI6ZmFsc2UsIklzVW5kZXJsaW5lZCI6ZmFsc2UsIlBhcmVudFN0eWxlIjp7IiRyZWYiOiI3MyJ9fSwiQXV0b1NpemUiOjAsIkZvcmVncm91bmQiOnsiJGlkIjoiMTQwIiwiQ29sb3IiOnsiJGlkIjoiMTQx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QyIiwiTGluZUNvbG9yIjpudWxsLCJMaW5lV2VpZ2h0IjowLjAsIkxpbmVUeXBlIjowLCJQYXJlbnRTdHlsZSI6bnVsbH0sIlBhcmVudFN0eWxlIjp7IiRyZWYiOiI3MiJ9fSwiRGF0ZUZvcm1hdCI6eyIkcmVmIjoiNzkifSwiSXNWaXNpYmxlIjp0cnVlLCJQYXJlbnRTdHlsZSI6eyIkcmVmIjoiNTMifX0sIlBvc2l0aW9uIjp7IiRpZCI6IjE0MyIsIlJhdGlvIjowLjE3NTM5NjAyMjA5MDIwNTQ0LCJJc0N1c3RvbSI6dHJ1ZX0sIklkIjoiYTU4ZjI5NDgtN2MwMy00M2MwLThhYmMtZjQxOTEzZTQwY2FlIiwiVGl0bGUiOiJNaWxlc3RvbmUgMSIsIk5vdGUiOm51bGwsIkh5cGVybGluayI6bnVsbCwiSXNDaGFuZ2VkIjpmYWxzZSwiSXNOZXciOnRydWV9LHsiJGlkIjoiMTQ0IiwiRGF0ZSI6IjIwMTUtMDUtMTVUMDA6MDA6MDBaIiwiU3R5bGUiOnsiJGlkIjoiMTQ1IiwiU2hhcGUiOjIsIkNvbm5lY3Rvck1hcmdpbiI6eyIkcmVmIjoiNTQifSwiQ29ubmVjdG9yU3R5bGUiOnsiJGlkIjoiMTQ2IiwiTGluZUNvbG9yIjp7IiRpZCI6IjE0NyIsIiR0eXBlIjoiTkxSRS5Db21tb24uRG9tLlNvbGlkQ29sb3JCcnVzaCwgTkxSRS5Db21tb24iLCJDb2xvciI6eyIkaWQiOiIxNDgiLCJBIjoyNTUsIlIiOjgsIkciOjEyNywiQiI6MTk1fX0sIkxpbmVXZWlnaHQiOjEuMCwiTGluZVR5cGUiOjAsIlBhcmVudFN0eWxlIjp7IiRyZWYiOiI1NSJ9fSwiSXNCZWxvd1RpbWViYW5kIjpmYWxzZSwiSGlkZURhdGUiOmZhbHNlLCJTaGFwZVNpemUiOjEsIlNwYWNpbmciOjAuMCwiUGFkZGluZyI6eyIkaWQiOiIxNDkiLCJUb3AiOjAsIkxlZnQiOjAsIlJpZ2h0IjowLCJCb3R0b20iOjB9LCJTaGFwZVN0eWxlIjp7IiRpZCI6IjE1MCIsIk1hcmdpbiI6eyIkcmVmIjoiNjAifSwiUGFkZGluZyI6eyIkcmVmIjoiNjEifSwiQmFja2dyb3VuZCI6eyIkaWQiOiIxNTEiLCJDb2xvciI6eyIkaWQiOiIxNTIiLCJBIjoyNTUsIlIiOjgsIkciOjEyNywiQiI6MTk1fX0sIklzVmlzaWJsZSI6dHJ1ZSwiV2lkdGgiOjEzLjAsIkhlaWdodCI6MTMuMCwiQm9yZGVyU3R5bGUiOnsiJGlkIjoiMTUzIiwiTGluZUNvbG9yIjp7IiRyZWYiOiI2MyJ9LCJMaW5lV2VpZ2h0IjowLjAsIkxpbmVUeXBlIjowLCJQYXJlbnRTdHlsZSI6eyIkcmVmIjoiNjIifX0sIlBhcmVudFN0eWxlIjp7IiRyZWYiOiI1OSJ9fSwiVGl0bGVTdHlsZSI6eyIkaWQiOiIxNTQiLCJGb250U2V0dGluZ3MiOnsiJGlkIjoiMTU1IiwiRm9udFNpemUiOjEwLCJGb250TmFtZSI6IkNhbGlicmkiLCJJc0JvbGQiOnRydWUsIklzSXRhbGljIjpmYWxzZSwiSXNVbmRlcmxpbmVkIjpmYWxzZSwiUGFyZW50U3R5bGUiOnsiJHJlZiI6IjY2In19LCJBdXRvU2l6ZSI6MCwiRm9yZWdyb3VuZCI6eyIkaWQiOiIxNTYiLCJDb2xvciI6eyIkaWQiOiIxNTc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1OCIsIkxpbmVDb2xvciI6bnVsbCwiTGluZVdlaWdodCI6MC4wLCJMaW5lVHlwZSI6MCwiUGFyZW50U3R5bGUiOm51bGx9LCJQYXJlbnRTdHlsZSI6eyIkcmVmIjoiNjUifX0sIkRhdGVTdHlsZSI6eyIkaWQiOiIxNTkiLCJGb250U2V0dGluZ3MiOnsiJGlkIjoiMTYwIiwiRm9udFNpemUiOjEwLCJGb250TmFtZSI6IkNhbGlicmkiLCJJc0JvbGQiOmZhbHNlLCJJc0l0YWxpYyI6ZmFsc2UsIklzVW5kZXJsaW5lZCI6ZmFsc2UsIlBhcmVudFN0eWxlIjp7IiRyZWYiOiI3MyJ9fSwiQXV0b1NpemUiOjAsIkZvcmVncm91bmQiOnsiJGlkIjoiMTYxIiwiQ29sb3IiOnsiJGlkIjoiMTYy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YzIiwiTGluZUNvbG9yIjpudWxsLCJMaW5lV2VpZ2h0IjowLjAsIkxpbmVUeXBlIjowLCJQYXJlbnRTdHlsZSI6bnVsbH0sIlBhcmVudFN0eWxlIjp7IiRyZWYiOiI3MiJ9fSwiRGF0ZUZvcm1hdCI6eyIkcmVmIjoiNzkifSwiSXNWaXNpYmxlIjp0cnVlLCJQYXJlbnRTdHlsZSI6eyIkcmVmIjoiNTMifX0sIlBvc2l0aW9uIjp7IiRpZCI6IjE2NCIsIlJhdGlvIjowLjEwODA5MzE3Njk0NzY5OTY1LCJJc0N1c3RvbSI6dHJ1ZX0sIklkIjoiNTI3NDNkZTgtYmI2ZC00MDQ0LTg5NmYtNDczODk4ZmU5ZGE3IiwiVGl0bGUiOiJNaWxlc3RvbmUgMiIsIk5vdGUiOm51bGwsIkh5cGVybGluayI6bnVsbCwiSXNDaGFuZ2VkIjpmYWxzZSwiSXNOZXciOnRydWV9LHsiJGlkIjoiMTY1IiwiRGF0ZSI6IjIwMTUtMDctMjFUMDA6MDA6MDBaIiwiU3R5bGUiOnsiJGlkIjoiMTY2IiwiU2hhcGUiOjgsIkNvbm5lY3Rvck1hcmdpbiI6eyIkcmVmIjoiNTQifSwiQ29ubmVjdG9yU3R5bGUiOnsiJGlkIjoiMTY3IiwiTGluZUNvbG9yIjp7IiRpZCI6IjE2OCIsIiR0eXBlIjoiTkxSRS5Db21tb24uRG9tLlNvbGlkQ29sb3JCcnVzaCwgTkxSRS5Db21tb24iLCJDb2xvciI6eyIkaWQiOiIxNjkiLCJBIjoyNTUsIlIiOjgsIkciOjEyNywiQiI6MTk1fX0sIkxpbmVXZWlnaHQiOjEuMCwiTGluZVR5cGUiOjAsIlBhcmVudFN0eWxlIjp7IiRyZWYiOiI1NSJ9fSwiSXNCZWxvd1RpbWViYW5kIjpmYWxzZSwiSGlkZURhdGUiOmZhbHNlLCJTaGFwZVNpemUiOjEsIlNwYWNpbmciOjAuMCwiUGFkZGluZyI6eyIkaWQiOiIxNzAiLCJUb3AiOjAsIkxlZnQiOjAsIlJpZ2h0IjowLCJCb3R0b20iOjB9LCJTaGFwZVN0eWxlIjp7IiRpZCI6IjE3MSIsIk1hcmdpbiI6eyIkcmVmIjoiNjAifSwiUGFkZGluZyI6eyIkcmVmIjoiNjEifSwiQmFja2dyb3VuZCI6eyIkaWQiOiIxNzIiLCJDb2xvciI6eyIkaWQiOiIxNzMiLCJBIjoyNTUsIlIiOjgsIkciOjEyNywiQiI6MTk1fX0sIklzVmlzaWJsZSI6dHJ1ZSwiV2lkdGgiOjE4LjAsIkhlaWdodCI6MjAuMCwiQm9yZGVyU3R5bGUiOnsiJGlkIjoiMTc0IiwiTGluZUNvbG9yIjp7IiRyZWYiOiI2MyJ9LCJMaW5lV2VpZ2h0IjowLjAsIkxpbmVUeXBlIjowLCJQYXJlbnRTdHlsZSI6eyIkcmVmIjoiNjIifX0sIlBhcmVudFN0eWxlIjp7IiRyZWYiOiI1OSJ9fSwiVGl0bGVTdHlsZSI6eyIkaWQiOiIxNzUiLCJGb250U2V0dGluZ3MiOnsiJGlkIjoiMTc2IiwiRm9udFNpemUiOjEwLCJGb250TmFtZSI6IkNhbGlicmkiLCJJc0JvbGQiOnRydWUsIklzSXRhbGljIjpmYWxzZSwiSXNVbmRlcmxpbmVkIjpmYWxzZSwiUGFyZW50U3R5bGUiOnsiJHJlZiI6IjY2In19LCJBdXRvU2l6ZSI6MCwiRm9yZWdyb3VuZCI6eyIkaWQiOiIxNzciLCJDb2xvciI6eyIkaWQiOiIxNzgiLCJBIjoyNTUsIlIiOjU5LCJHIjo4OSwiQiI6MTUyfX0sIk1heFdpZHRoIjo1MS42MjQ5NjE4NTMwMjczNDQ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3OSIsIkxpbmVDb2xvciI6bnVsbCwiTGluZVdlaWdodCI6MC4wLCJMaW5lVHlwZSI6MCwiUGFyZW50U3R5bGUiOm51bGx9LCJQYXJlbnRTdHlsZSI6eyIkcmVmIjoiNjUifX0sIkRhdGVTdHlsZSI6eyIkaWQiOiIxODAiLCJGb250U2V0dGluZ3MiOnsiJGlkIjoiMTgxIiwiRm9udFNpemUiOjEwLCJGb250TmFtZSI6IkNhbGlicmkiLCJJc0JvbGQiOmZhbHNlLCJJc0l0YWxpYyI6ZmFsc2UsIklzVW5kZXJsaW5lZCI6ZmFsc2UsIlBhcmVudFN0eWxlIjp7IiRyZWYiOiI3MyJ9fSwiQXV0b1NpemUiOjAsIkZvcmVncm91bmQiOnsiJGlkIjoiMTgyIiwiQ29sb3IiOnsiJGlkIjoiMTgz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0IiwiTGluZUNvbG9yIjpudWxsLCJMaW5lV2VpZ2h0IjowLjAsIkxpbmVUeXBlIjowLCJQYXJlbnRTdHlsZSI6bnVsbH0sIlBhcmVudFN0eWxlIjp7IiRyZWYiOiI3MiJ9fSwiRGF0ZUZvcm1hdCI6eyIkcmVmIjoiNzkifSwiSXNWaXNpYmxlIjp0cnVlLCJQYXJlbnRTdHlsZSI6eyIkcmVmIjoiNTMifX0sIlBvc2l0aW9uIjp7IiRpZCI6IjE4NSIsIlJhdGlvIjowLjA4NDA2MjU2MjE2NTQzNjkyMiwiSXNDdXN0b20iOnRydWV9LCJJZCI6ImE1NGJjODI3LWIwNTEtNDZkMS04YjU1LTlmNjE4NzIzZTJiNCIsIlRpdGxlIjoiTWlsZXN0b25lIDMiLCJOb3RlIjpudWxsLCJIeXBlcmxpbmsiOm51bGwsIklzQ2hhbmdlZCI6ZmFsc2UsIklzTmV3Ijp0cnVlfSx7IiRpZCI6IjE4NiIsIkRhdGUiOiIyMDE1LTA4LTEyVDAwOjAwOjAwWiIsIlN0eWxlIjp7IiRpZCI6IjE4NyIsIlNoYXBlIjo4LCJDb25uZWN0b3JNYXJnaW4iOnsiJHJlZiI6IjU0In0sIkNvbm5lY3RvclN0eWxlIjp7IiRpZCI6IjE4OCIsIkxpbmVDb2xvciI6eyIkaWQiOiIxODkiLCIkdHlwZSI6Ik5MUkUuQ29tbW9uLkRvbS5Tb2xpZENvbG9yQnJ1c2gsIE5MUkUuQ29tbW9uIiwiQ29sb3IiOnsiJGlkIjoiMTkwIiwiQSI6MjU1LCJSIjoyMjAsIkciOjg5LCJCIjozNn19LCJMaW5lV2VpZ2h0IjoxLjAsIkxpbmVUeXBlIjowLCJQYXJlbnRTdHlsZSI6eyIkcmVmIjoiNTUifX0sIklzQmVsb3dUaW1lYmFuZCI6ZmFsc2UsIkhpZGVEYXRlIjpmYWxzZSwiU2hhcGVTaXplIjoxLCJTcGFjaW5nIjowLjAsIlBhZGRpbmciOnsiJGlkIjoiMTkxIiwiVG9wIjowLCJMZWZ0IjowLCJSaWdodCI6MCwiQm90dG9tIjowfSwiU2hhcGVTdHlsZSI6eyIkaWQiOiIxOTIiLCJNYXJnaW4iOnsiJHJlZiI6IjYwIn0sIlBhZGRpbmciOnsiJHJlZiI6IjYxIn0sIkJhY2tncm91bmQiOnsiJGlkIjoiMTkzIiwiQ29sb3IiOnsiJGlkIjoiMTk0IiwiQSI6MjU1LCJSIjoyMjAsIkciOjg5LCJCIjozNn19LCJJc1Zpc2libGUiOnRydWUsIldpZHRoIjoxOC4wLCJIZWlnaHQiOjIwLjAsIkJvcmRlclN0eWxlIjp7IiRpZCI6IjE5NSIsIkxpbmVDb2xvciI6eyIkcmVmIjoiNjMifSwiTGluZVdlaWdodCI6MC4wLCJMaW5lVHlwZSI6MCwiUGFyZW50U3R5bGUiOnsiJHJlZiI6IjYyIn19LCJQYXJlbnRTdHlsZSI6eyIkcmVmIjoiNTkifX0sIlRpdGxlU3R5bGUiOnsiJGlkIjoiMTk2IiwiRm9udFNldHRpbmdzIjp7IiRpZCI6IjE5NyIsIkZvbnRTaXplIjoxMCwiRm9udE5hbWUiOiJDYWxpYnJpIiwiSXNCb2xkIjp0cnVlLCJJc0l0YWxpYyI6ZmFsc2UsIklzVW5kZXJsaW5lZCI6ZmFsc2UsIlBhcmVudFN0eWxlIjp7IiRyZWYiOiI2NiJ9fSwiQXV0b1NpemUiOjAsIkZvcmVncm91bmQiOnsiJGlkIjoiMTk4IiwiQ29sb3IiOnsiJGlkIjoiMTk5IiwiQSI6MjU1LCJSIjoyMTAsIkciOjcxLCJCIjozOH19LCJNYXhXaWR0aCI6NTEuNjI0OTYxODUzMDI3MzQ0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MDAiLCJMaW5lQ29sb3IiOm51bGwsIkxpbmVXZWlnaHQiOjAuMCwiTGluZVR5cGUiOjAsIlBhcmVudFN0eWxlIjpudWxsfSwiUGFyZW50U3R5bGUiOnsiJHJlZiI6IjY1In19LCJEYXRlU3R5bGUiOnsiJGlkIjoiMjAxIiwiRm9udFNldHRpbmdzIjp7IiRpZCI6IjIwMiIsIkZvbnRTaXplIjoxMCwiRm9udE5hbWUiOiJDYWxpYnJpIiwiSXNCb2xkIjpmYWxzZSwiSXNJdGFsaWMiOmZhbHNlLCJJc1VuZGVybGluZWQiOmZhbHNlLCJQYXJlbnRTdHlsZSI6eyIkcmVmIjoiNzMifX0sIkF1dG9TaXplIjowLCJGb3JlZ3JvdW5kIjp7IiRpZCI6IjIwMyIsIkNvbG9yIjp7IiRpZCI6IjIwNCIsIkEiOjI1NSwiUiI6MTI3LCJHIjoxMjcsIkIiOjEyN31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IwNSIsIkxpbmVDb2xvciI6bnVsbCwiTGluZVdlaWdodCI6MC4wLCJMaW5lVHlwZSI6MCwiUGFyZW50U3R5bGUiOm51bGx9LCJQYXJlbnRTdHlsZSI6eyIkcmVmIjoiNzIifX0sIkRhdGVGb3JtYXQiOnsiJHJlZiI6Ijc5In0sIklzVmlzaWJsZSI6dHJ1ZSwiUGFyZW50U3R5bGUiOnsiJHJlZiI6IjUzIn19LCJQb3NpdGlvbiI6eyIkaWQiOiIyMDYiLCJSYXRpbyI6MC4xNDY3NTAzNTgyOTg5NzI3OSwiSXNDdXN0b20iOnRydWV9LCJJZCI6IjkzYWZiNTU0LTU1MmEtNDIyMS1hNTM4LTBmNzkxOTQwOWFhNyIsIlRpdGxlIjoiTWlsZXN0b25lIDQiLCJOb3RlIjpudWxsLCJIeXBlcmxpbmsiOm51bGwsIklzQ2hhbmdlZCI6ZmFsc2UsIklzTmV3Ijp0cnVlfSx7IiRpZCI6IjIwNyIsIkRhdGUiOiIyMDE1LTExLTA3VDAwOjAwOjAwWiIsIlN0eWxlIjp7IiRpZCI6IjIwOCIsIlNoYXBlIjoxNCwiQ29ubmVjdG9yTWFyZ2luIjp7IiRyZWYiOiI1NCJ9LCJDb25uZWN0b3JTdHlsZSI6eyIkaWQiOiIyMDkiLCJMaW5lQ29sb3IiOnsiJGlkIjoiMjEwIiwiJHR5cGUiOiJOTFJFLkNvbW1vbi5Eb20uU29saWRDb2xvckJydXNoLCBOTFJFLkNvbW1vbiIsIkNvbG9yIjp7IiRpZCI6IjIxMSIsIkEiOjI1NSwiUiI6MjU1LCJHIjoxOTIsIkIiOjB9fSwiTGluZVdlaWdodCI6MS4wLCJMaW5lVHlwZSI6MCwiUGFyZW50U3R5bGUiOnsiJHJlZiI6IjU1In19LCJJc0JlbG93VGltZWJhbmQiOmZhbHNlLCJIaWRlRGF0ZSI6ZmFsc2UsIlNoYXBlU2l6ZSI6MSwiU3BhY2luZyI6MC4wLCJQYWRkaW5nIjp7IiRpZCI6IjIxMiIsIlRvcCI6MCwiTGVmdCI6MCwiUmlnaHQiOjAsIkJvdHRvbSI6MH0sIlNoYXBlU3R5bGUiOnsiJGlkIjoiMjEzIiwiTWFyZ2luIjp7IiRyZWYiOiI2MCJ9LCJQYWRkaW5nIjp7IiRyZWYiOiI2MSJ9LCJCYWNrZ3JvdW5kIjp7IiRpZCI6IjIxNCIsIkNvbG9yIjp7IiRpZCI6IjIxNSIsIkEiOjI1NSwiUiI6MjU1LCJHIjoxOTIsIkIiOjB9fSwiSXNWaXNpYmxlIjp0cnVlLCJXaWR0aCI6MTguMCwiSGVpZ2h0IjoyMC4wLCJCb3JkZXJTdHlsZSI6eyIkaWQiOiIyMTYiLCJMaW5lQ29sb3IiOnsiJHJlZiI6IjYzIn0sIkxpbmVXZWlnaHQiOjAuMCwiTGluZVR5cGUiOjAsIlBhcmVudFN0eWxlIjp7IiRyZWYiOiI2MiJ9fSwiUGFyZW50U3R5bGUiOnsiJHJlZiI6IjU5In19LCJUaXRsZVN0eWxlIjp7IiRpZCI6IjIxNyIsIkZvbnRTZXR0aW5ncyI6eyIkaWQiOiIyMTgiLCJGb250U2l6ZSI6MTAsIkZvbnROYW1lIjoiQ2FsaWJyaSIsIklzQm9sZCI6dHJ1ZSwiSXNJdGFsaWMiOmZhbHNlLCJJc1VuZGVybGluZWQiOmZhbHNlLCJQYXJlbnRTdHlsZSI6eyIkcmVmIjoiNjYifX0sIkF1dG9TaXplIjowLCJGb3JlZ3JvdW5kIjp7IiRpZCI6IjIxOSIsIkNvbG9yIjp7IiRpZCI6IjIyMCIsIkEiOjI1NSwiUiI6MjU1LCJHIjoxNTMsIkIiOjB9fSwiTWF4V2lkdGgiOjUxLjYyNTAzODE0Njk3MjY1Ni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IxIiwiTGluZUNvbG9yIjpudWxsLCJMaW5lV2VpZ2h0IjowLjAsIkxpbmVUeXBlIjowLCJQYXJlbnRTdHlsZSI6bnVsbH0sIlBhcmVudFN0eWxlIjp7IiRyZWYiOiI2NSJ9fSwiRGF0ZVN0eWxlIjp7IiRpZCI6IjIyMiIsIkZvbnRTZXR0aW5ncyI6eyIkaWQiOiIyMjMiLCJGb250U2l6ZSI6OCwiRm9udE5hbWUiOiJDYWxpYnJpIiwiSXNCb2xkIjpmYWxzZSwiSXNJdGFsaWMiOmZhbHNlLCJJc1VuZGVybGluZWQiOmZhbHNlLCJQYXJlbnRTdHlsZSI6eyIkcmVmIjoiNzMifX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ZmFsc2UsIldpZHRoIjowLjAsIkhlaWdodCI6MC4wLCJCb3JkZXJTdHlsZSI6eyIkaWQiOiIyMjQiLCJMaW5lQ29sb3IiOm51bGwsIkxpbmVXZWlnaHQiOjAuMCwiTGluZVR5cGUiOjAsIlBhcmVudFN0eWxlIjpudWxsfSwiUGFyZW50U3R5bGUiOnsiJHJlZiI6IjcyIn19LCJEYXRlRm9ybWF0Ijp7IiRyZWYiOiI3OSJ9LCJJc1Zpc2libGUiOnRydWUsIlBhcmVudFN0eWxlIjp7IiRyZWYiOiI1MyJ9fSwiUG9zaXRpb24iOnsiJGlkIjoiMjI1IiwiUmF0aW8iOjAuMTAxMTM1MzEwNDIwMjgzNTYsIklzQ3VzdG9tIjp0cnVlfSwiSWQiOiI2YTI4M2IzNi03Mzc1LTQxNWItOTJiMC1lNWZjNGUxNmEwY2MiLCJUaXRsZSI6Ik1pbGVzdG9uZSA1IiwiTm90ZSI6bnVsbCwiSHlwZXJsaW5rIjpudWxsLCJJc0NoYW5nZWQiOmZhbHNlLCJJc05ldyI6dHJ1ZX0seyIkaWQiOiIyMjYiLCJEYXRlIjoiMjAxNS0xMi0yMFQwMDowMDowMFoiLCJTdHlsZSI6eyIkaWQiOiIyMjciLCJTaGFwZSI6OCwiQ29ubmVjdG9yTWFyZ2luIjp7IiRyZWYiOiI1NCJ9LCJDb25uZWN0b3JTdHlsZSI6eyIkaWQiOiIyMjgiLCJMaW5lQ29sb3IiOnsiJGlkIjoiMjI5IiwiJHR5cGUiOiJOTFJFLkNvbW1vbi5Eb20uU29saWRDb2xvckJydXNoLCBOTFJFLkNvbW1vbiIsIkNvbG9yIjp7IiRpZCI6IjIzMCIsIkEiOjI1NSwiUiI6OTgsIkciOjE4MSwiQiI6MTIzfX0sIkxpbmVXZWlnaHQiOjEuMCwiTGluZVR5cGUiOjAsIlBhcmVudFN0eWxlIjp7IiRyZWYiOiI1NSJ9fSwiSXNCZWxvd1RpbWViYW5kIjpmYWxzZSwiSGlkZURhdGUiOmZhbHNlLCJTaGFwZVNpemUiOjEsIlNwYWNpbmciOjAuMCwiUGFkZGluZyI6eyIkaWQiOiIyMzEiLCJUb3AiOjAsIkxlZnQiOjAsIlJpZ2h0IjowLCJCb3R0b20iOjB9LCJTaGFwZVN0eWxlIjp7IiRpZCI6IjIzMiIsIk1hcmdpbiI6eyIkcmVmIjoiNjAifSwiUGFkZGluZyI6eyIkcmVmIjoiNjEifSwiQmFja2dyb3VuZCI6eyIkaWQiOiIyMzMiLCJDb2xvciI6eyIkaWQiOiIyMzQiLCJBIjoyNTUsIlIiOjk4LCJHIjoxODEsIkIiOjEyM319LCJJc1Zpc2libGUiOnRydWUsIldpZHRoIjoxOC4wLCJIZWlnaHQiOjIwLjAsIkJvcmRlclN0eWxlIjp7IiRpZCI6IjIzNSIsIkxpbmVDb2xvciI6eyIkcmVmIjoiNjMifSwiTGluZVdlaWdodCI6MC4wLCJMaW5lVHlwZSI6MCwiUGFyZW50U3R5bGUiOnsiJHJlZiI6IjYyIn19LCJQYXJlbnRTdHlsZSI6eyIkcmVmIjoiNTkifX0sIlRpdGxlU3R5bGUiOnsiJGlkIjoiMjM2IiwiRm9udFNldHRpbmdzIjp7IiRpZCI6IjIzNyIsIkZvbnRTaXplIjoxMCwiRm9udE5hbWUiOiJDYWxpYnJpIiwiSXNCb2xkIjp0cnVlLCJJc0l0YWxpYyI6ZmFsc2UsIklzVW5kZXJsaW5lZCI6ZmFsc2UsIlBhcmVudFN0eWxlIjp7IiRyZWYiOiI2NiJ9fSwiQXV0b1NpemUiOjAsIkZvcmVncm91bmQiOnsiJGlkIjoiMjM4IiwiQ29sb3IiOnsiJGlkIjoiMjM5IiwiQSI6MjU1LCJSIjo3MiwiRyI6MTU0LCJCIjo5N319LCJNYXhXaWR0aCI6NTEuNjI1MDM4MTQ2OTcyNjU2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NDAiLCJMaW5lQ29sb3IiOm51bGwsIkxpbmVXZWlnaHQiOjAuMCwiTGluZVR5cGUiOjAsIlBhcmVudFN0eWxlIjpudWxsfSwiUGFyZW50U3R5bGUiOnsiJHJlZiI6IjY1In19LCJEYXRlU3R5bGUiOnsiJGlkIjoiMjQxIiwiRm9udFNldHRpbmdzIjp7IiRpZCI6IjI0MiIsIkZvbnRTaXplIjo4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mYWxzZSwiV2lkdGgiOjAuMCwiSGVpZ2h0IjowLjAsIkJvcmRlclN0eWxlIjp7IiRpZCI6IjI0MyIsIkxpbmVDb2xvciI6bnVsbCwiTGluZVdlaWdodCI6MC4wLCJMaW5lVHlwZSI6MCwiUGFyZW50U3R5bGUiOm51bGx9LCJQYXJlbnRTdHlsZSI6eyIkcmVmIjoiNzIifX0sIkRhdGVGb3JtYXQiOnsiJHJlZiI6Ijc5In0sIklzVmlzaWJsZSI6dHJ1ZSwiUGFyZW50U3R5bGUiOnsiJHJlZiI6IjUzIn19LCJQb3NpdGlvbiI6eyIkaWQiOiIyNDQiLCJSYXRpbyI6MC4wNTg2OTIxOTc0NDY0Njk5MDQsIklzQ3VzdG9tIjp0cnVlfSwiSWQiOiI3YjA5OTY0Ni00ZmZkLTRjZDMtYTNiMy04M2FiMWJhMjI0MzgiLCJUaXRsZSI6Ik1pbGVzdG9uZSA2IiwiTm90ZSI6bnVsbCwiSHlwZXJsaW5rIjpudWxsLCJJc0NoYW5nZWQiOmZhbHNlLCJJc05ldyI6dHJ1ZX0seyIkaWQiOiIyNDUiLCJEYXRlIjoiMjAxNi0wMS0zMFQwMDowMDowMFoiLCJTdHlsZSI6eyIkaWQiOiIyNDYiLCJTaGFwZSI6MTMsIkNvbm5lY3Rvck1hcmdpbiI6eyIkcmVmIjoiNTQifSwiQ29ubmVjdG9yU3R5bGUiOnsiJGlkIjoiMjQ3IiwiTGluZUNvbG9yIjp7IiRpZCI6IjI0OCIsIiR0eXBlIjoiTkxSRS5Db21tb24uRG9tLlNvbGlkQ29sb3JCcnVzaCwgTkxSRS5Db21tb24iLCJDb2xvciI6eyIkaWQiOiIyNDkiLCJBIjoyNTUsIlIiOjk4LCJHIjoxODEsIkIiOjEyM319LCJMaW5lV2VpZ2h0IjoxLjAsIkxpbmVUeXBlIjowLCJQYXJlbnRTdHlsZSI6eyIkcmVmIjoiNTUifX0sIklzQmVsb3dUaW1lYmFuZCI6ZmFsc2UsIkhpZGVEYXRlIjpmYWxzZSwiU2hhcGVTaXplIjoyLCJTcGFjaW5nIjowLjAsIlBhZGRpbmciOnsiJGlkIjoiMjUwIiwiVG9wIjowLCJMZWZ0IjowLCJSaWdodCI6MCwiQm90dG9tIjowfSwiU2hhcGVTdHlsZSI6eyIkaWQiOiIyNTEiLCJNYXJnaW4iOnsiJHJlZiI6IjYwIn0sIlBhZGRpbmciOnsiJHJlZiI6IjYxIn0sIkJhY2tncm91bmQiOnsiJGlkIjoiMjUyIiwiQ29sb3IiOnsiJGlkIjoiMjUzIiwiQSI6MjU1LCJSIjo5OCwiRyI6MTgxLCJCIjoxMjN9fSwiSXNWaXNpYmxlIjp0cnVlLCJXaWR0aCI6MjQuMCwiSGVpZ2h0IjoyNi4wLCJCb3JkZXJTdHlsZSI6eyIkaWQiOiIyNTQiLCJMaW5lQ29sb3IiOnsiJHJlZiI6IjYzIn0sIkxpbmVXZWlnaHQiOjAuMCwiTGluZVR5cGUiOjAsIlBhcmVudFN0eWxlIjp7IiRyZWYiOiI2MiJ9fSwiUGFyZW50U3R5bGUiOnsiJHJlZiI6IjU5In19LCJUaXRsZVN0eWxlIjp7IiRpZCI6IjI1NSIsIkZvbnRTZXR0aW5ncyI6eyIkaWQiOiIyNTYiLCJGb250U2l6ZSI6MTAsIkZvbnROYW1lIjoiQ2FsaWJyaSIsIklzQm9sZCI6dHJ1ZSwiSXNJdGFsaWMiOmZhbHNlLCJJc1VuZGVybGluZWQiOmZhbHNlLCJQYXJlbnRTdHlsZSI6eyIkcmVmIjoiNjYifX0sIkF1dG9TaXplIjowLCJGb3JlZ3JvdW5kIjp7IiRpZCI6IjI1NyIsIkNvbG9yIjp7IiRpZCI6IjI1OCIsIkEiOjI1NSwiUiI6NzIsIkciOjE1NCwiQiI6OTd9fSwiTWF4V2lkdGgiOjUxLjYyNTAzODE0Njk3MjY1Ni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U5IiwiTGluZUNvbG9yIjpudWxsLCJMaW5lV2VpZ2h0IjowLjAsIkxpbmVUeXBlIjowLCJQYXJlbnRTdHlsZSI6bnVsbH0sIlBhcmVudFN0eWxlIjp7IiRyZWYiOiI2NSJ9fSwiRGF0ZVN0eWxlIjp7IiRpZCI6IjI2MCIsIkZvbnRTZXR0aW5ncyI6eyIkaWQiOiIyNjEiLCJGb250U2l6ZSI6MTAsIkZvbnROYW1lIjoiQ2FsaWJyaSIsIklzQm9sZCI6ZmFsc2UsIklzSXRhbGljIjpmYWxzZSwiSXNVbmRlcmxpbmVkIjpmYWxzZSwiUGFyZW50U3R5bGUiOnsiJHJlZiI6IjczIn19LCJBdXRvU2l6ZSI6MCwiRm9yZWdyb3VuZCI6eyIkaWQiOiIyNjIiLCJDb2xvciI6eyIkaWQiOiIyNjMiLCJBIjoyNTUsIlIiOjEyNywiRyI6MTI3LCJCIjoxMjd9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yNjQiLCJMaW5lQ29sb3IiOm51bGwsIkxpbmVXZWlnaHQiOjAuMCwiTGluZVR5cGUiOjAsIlBhcmVudFN0eWxlIjpudWxsfSwiUGFyZW50U3R5bGUiOnsiJHJlZiI6IjcyIn19LCJEYXRlRm9ybWF0Ijp7IiRyZWYiOiI3OSJ9LCJJc1Zpc2libGUiOnRydWUsIlBhcmVudFN0eWxlIjp7IiRyZWYiOiI1MyJ9fSwiUG9zaXRpb24iOnsiJGlkIjoiMjY1IiwiUmF0aW8iOjAuMDkxNzY1MjI3MTQxMjAzNywiSXNDdXN0b20iOnRydWV9LCJJZCI6IjdmNTgzZGUwLTg1NGEtNGNhYy1iODk4LTM3ZjNhMzc5YmI0YSIsIlRpdGxlIjoiTWlsZXN0b25lIDciLCJOb3RlIjpudWxsLCJIeXBlcmxpbmsiOm51bGwsIklzQ2hhbmdlZCI6ZmFsc2UsIklzTmV3Ijp0cnVlfV0sIlRhc2tzIjpbeyIkaWQiOiIyNjYiLCJHcm91cE5hbWUiOm51bGwsIlN0YXJ0RGF0ZSI6IjIwMTUtMDctMjVUMDA6MDA6MDBaIiwiRW5kRGF0ZSI6IjIwMTUtMDgtMDFUMjM6NTk6NTlaIiwiUGVyY2VudGFnZUNvbXBsZXRlIjpudWxsLCJTdHlsZSI6eyIkaWQiOiIyNjciLCJTaGFwZSI6MiwiU2hhcGVUaGlja25lc3MiOjEsIkR1cmF0aW9uRm9ybWF0IjowLCJJbmNsdWRlTm9uV29ya2luZ0RheXNJbkR1cmF0aW9uIjpmYWxzZSwiUGVyY2VudGFnZUNvbXBsZXRlU3R5bGUiOnsiJGlkIjoiMjY4IiwiRm9udFNldHRpbmdzIjp7IiRpZCI6IjI2OS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3MCIsIkxpbmVDb2xvciI6bnVsbCwiTGluZVdlaWdodCI6MC4wLCJMaW5lVHlwZSI6MCwiUGFyZW50U3R5bGUiOm51bGx9LCJQYXJlbnRTdHlsZSI6eyIkcmVmIjoiODEifX0sIkR1cmF0aW9uU3R5bGUiOnsiJGlkIjoiMjcxIiwiRm9udFNldHRpbmdzIjp7IiRpZCI6IjI3MiIsIkZvbnRTaXplIjoxMCwiRm9udE5hbWUiOiJDYWxpYnJpIiwiSXNCb2xkIjpmYWxzZSwiSXNJdGFsaWMiOmZhbHNlLCJJc1VuZGVybGluZWQiOmZhbHNlLCJQYXJlbnRTdHlsZSI6eyIkcmVmIjoiODkifX0sIkF1dG9TaXplIjowLCJGb3JlZ3JvdW5kIjp7IiRpZCI6IjI3MyIsIkNvbG9yIjp7IiRpZCI6IjI3NC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yNzUiLCJMaW5lQ29sb3IiOm51bGwsIkxpbmVXZWlnaHQiOjAuMCwiTGluZVR5cGUiOjAsIlBhcmVudFN0eWxlIjpudWxsfSwiUGFyZW50U3R5bGUiOnsiJHJlZiI6Ijg4In19LCJIb3Jpem9udGFsQ29ubmVjdG9yU3R5bGUiOnsiJGlkIjoiMjc2IiwiTGluZUNvbG9yIjp7IiRyZWYiOiI5NiJ9LCJMaW5lV2VpZ2h0IjowLjAsIkxpbmVUeXBlIjowLCJQYXJlbnRTdHlsZSI6eyIkcmVmIjoiOTUifX0sIlZlcnRpY2FsQ29ubmVjdG9yU3R5bGUiOnsiJGlkIjoiMjc3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jc4IiwiTWFyZ2luIjp7IiRyZWYiOiIxMDIifSwiUGFkZGluZyI6eyIkcmVmIjoiMTAzIn0sIkJhY2tncm91bmQiOnsiJGlkIjoiMjc5IiwiQ29sb3IiOnsiJGlkIjoiMjgwIiwiQSI6MjU1LCJSIjo4LCJHIjoxMjcsIkIiOjE5NX19LCJJc1Zpc2libGUiOnRydWUsIldpZHRoIjowLjAsIkhlaWdodCI6MTYuMCwiQm9yZGVyU3R5bGUiOnsiJGlkIjoiMjgxIiwiTGluZUNvbG9yIjp7IiRpZCI6IjI4MiIsIiR0eXBlIjoiTkxSRS5Db21tb24uRG9tLlNvbGlkQ29sb3JCcnVzaCwgTkxSRS5Db21tb24iLCJDb2xvciI6eyIkaWQiOiIyODMiLCJBIjoyNTUsIlIiOjI1NSwiRyI6MCwiQiI6MH19LCJMaW5lV2VpZ2h0IjowLjAsIkxpbmVUeXBlIjowLCJQYXJlbnRTdHlsZSI6bnVsbH0sIlBhcmVudFN0eWxlIjp7IiRyZWYiOiIxMDEifX0sIlRpdGxlU3R5bGUiOnsiJGlkIjoiMjg0IiwiRm9udFNldHRpbmdzIjp7IiRpZCI6IjI4NSIsIkZvbnRTaXplIjoxMCwiRm9udE5hbWUiOiJDYWxpYnJpIiwiSXNCb2xkIjp0cnVlLCJJc0l0YWxpYyI6ZmFsc2UsIklzVW5kZXJsaW5lZCI6ZmFsc2UsIlBhcmVudFN0eWxlIjp7IiRyZWYiOiIxMDgifX0sIkF1dG9TaXplIjowLCJGb3JlZ3JvdW5kIjp7IiRpZCI6IjI4NiIsIkNvbG9yIjp7IiRpZCI6IjI4NyIsIkEiOjI1NSwiUiI6MCwiRyI6MTEyLCJCIjoxOTJ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jg4IiwiTGluZUNvbG9yIjpudWxsLCJMaW5lV2VpZ2h0IjowLjAsIkxpbmVUeXBlIjowLCJQYXJlbnRTdHlsZSI6bnVsbH0sIlBhcmVudFN0eWxlIjp7IiRyZWYiOiIxMDcifX0sIkRhdGVTdHlsZSI6eyIkaWQiOiIyODkiLCJGb250U2V0dGluZ3MiOnsiJGlkIjoiMjkwIiwiRm9udFNpemUiOjEwLCJGb250TmFtZSI6IkNhbGlicmkiLCJJc0JvbGQiOmZhbHNlLCJJc0l0YWxpYyI6ZmFsc2UsIklzVW5kZXJsaW5lZCI6ZmFsc2UsIlBhcmVudFN0eWxlIjp7IiRyZWYiOiIxMTUifX0sIkF1dG9TaXplIjowLCJGb3JlZ3JvdW5kIjp7IiRpZCI6IjI5MSIsIkNvbG9yIjp7IiRpZCI6IjI5Mi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I5MyIsIkxpbmVDb2xvciI6bnVsbCwiTGluZVdlaWdodCI6MC4wLCJMaW5lVHlwZSI6MCwiUGFyZW50U3R5bGUiOm51bGx9LCJQYXJlbnRTdHlsZSI6eyIkcmVmIjoiMTE0In19LCJEYXRlRm9ybWF0Ijp7IiRpZCI6IjI5NCIsIkZvcm1hdFN0cmluZyI6Ik1NTSBkIiwiU2VwYXJhdG9yIjoiLyIsIlVzZUludGVybmF0aW9uYWxEYXRlRm9ybWF0IjpmYWxzZX0sIklzVmlzaWJsZSI6dHJ1ZSwiUGFyZW50U3R5bGUiOnsiJHJlZiI6IjgwIn19LCJJbmRleCI6MCwiSWQiOiI3YzUxOGZiMy03ZjIxLTQyYmItOGUwNC00NTkyMGQwNDAzYjUiLCJUaXRsZSI6IlRhc2sgMSBIZXJlIiwiTm90ZSI6bnVsbCwiSHlwZXJsaW5rIjpudWxsLCJJc0NoYW5nZWQiOmZhbHNlLCJJc05ldyI6dHJ1ZX0seyIkaWQiOiIyOTUiLCJHcm91cE5hbWUiOm51bGwsIlN0YXJ0RGF0ZSI6IjIwMTUtMDgtMTVUMDA6MDA6MDBaIiwiRW5kRGF0ZSI6IjIwMTUtMDktMDdUMjM6NTk6NTlaIiwiUGVyY2VudGFnZUNvbXBsZXRlIjpudWxsLCJTdHlsZSI6eyIkaWQiOiIyOTYiLCJTaGFwZSI6MiwiU2hhcGVUaGlja25lc3MiOjEsIkR1cmF0aW9uRm9ybWF0IjowLCJJbmNsdWRlTm9uV29ya2luZ0RheXNJbkR1cmF0aW9uIjpmYWxzZSwiUGVyY2VudGFnZUNvbXBsZXRlU3R5bGUiOnsiJGlkIjoiMjk3IiwiRm9udFNldHRpbmdzIjp7IiRpZCI6IjI5OC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5OSIsIkxpbmVDb2xvciI6bnVsbCwiTGluZVdlaWdodCI6MC4wLCJMaW5lVHlwZSI6MCwiUGFyZW50U3R5bGUiOm51bGx9LCJQYXJlbnRTdHlsZSI6eyIkcmVmIjoiODEifX0sIkR1cmF0aW9uU3R5bGUiOnsiJGlkIjoiMzAwIiwiRm9udFNldHRpbmdzIjp7IiRpZCI6IjMwMSIsIkZvbnRTaXplIjoxMCwiRm9udE5hbWUiOiJDYWxpYnJpIiwiSXNCb2xkIjpmYWxzZSwiSXNJdGFsaWMiOmZhbHNlLCJJc1VuZGVybGluZWQiOmZhbHNlLCJQYXJlbnRTdHlsZSI6eyIkcmVmIjoiODkifX0sIkF1dG9TaXplIjowLCJGb3JlZ3JvdW5kIjp7IiRpZCI6IjMwMiIsIkNvbG9yIjp7IiRpZCI6IjMwMy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DQiLCJMaW5lQ29sb3IiOm51bGwsIkxpbmVXZWlnaHQiOjAuMCwiTGluZVR5cGUiOjAsIlBhcmVudFN0eWxlIjpudWxsfSwiUGFyZW50U3R5bGUiOnsiJHJlZiI6Ijg4In19LCJIb3Jpem9udGFsQ29ubmVjdG9yU3R5bGUiOnsiJGlkIjoiMzA1IiwiTGluZUNvbG9yIjp7IiRyZWYiOiI5NiJ9LCJMaW5lV2VpZ2h0IjowLjAsIkxpbmVUeXBlIjowLCJQYXJlbnRTdHlsZSI6eyIkcmVmIjoiOTUifX0sIlZlcnRpY2FsQ29ubmVjdG9yU3R5bGUiOnsiJGlkIjoiMzA2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A3IiwiTWFyZ2luIjp7IiRyZWYiOiIxMDIifSwiUGFkZGluZyI6eyIkcmVmIjoiMTAzIn0sIkJhY2tncm91bmQiOnsiJGlkIjoiMzA4IiwiQ29sb3IiOnsiJGlkIjoiMzA5IiwiQSI6MjU1LCJSIjoyMTAsIkciOjcxLCJCIjozOH19LCJJc1Zpc2libGUiOnRydWUsIldpZHRoIjowLjAsIkhlaWdodCI6MTYuMCwiQm9yZGVyU3R5bGUiOnsiJGlkIjoiMzEwIiwiTGluZUNvbG9yIjp7IiRpZCI6IjMxMSIsIiR0eXBlIjoiTkxSRS5Db21tb24uRG9tLlNvbGlkQ29sb3JCcnVzaCwgTkxSRS5Db21tb24iLCJDb2xvciI6eyIkaWQiOiIzMTIiLCJBIjoyNTUsIlIiOjI1NSwiRyI6MCwiQiI6MH19LCJMaW5lV2VpZ2h0IjowLjAsIkxpbmVUeXBlIjowLCJQYXJlbnRTdHlsZSI6bnVsbH0sIlBhcmVudFN0eWxlIjp7IiRyZWYiOiIxMDEifX0sIlRpdGxlU3R5bGUiOnsiJGlkIjoiMzEzIiwiRm9udFNldHRpbmdzIjp7IiRpZCI6IjMxNCIsIkZvbnRTaXplIjoxMCwiRm9udE5hbWUiOiJDYWxpYnJpIiwiSXNCb2xkIjp0cnVlLCJJc0l0YWxpYyI6ZmFsc2UsIklzVW5kZXJsaW5lZCI6ZmFsc2UsIlBhcmVudFN0eWxlIjp7IiRyZWYiOiIxMDgifX0sIkF1dG9TaXplIjowLCJGb3JlZ3JvdW5kIjp7IiRpZCI6IjMxNSIsIkNvbG9yIjp7IiRpZCI6IjMxNiIsIkEiOjI1NSwiUiI6MjEwLCJHIjo3MSwiQiI6Mzh9fSwiTWF4V2lkdGgiOjUxLjQ5ODAzMTYxNjIxMDkzOC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E3IiwiTGluZUNvbG9yIjpudWxsLCJMaW5lV2VpZ2h0IjowLjAsIkxpbmVUeXBlIjowLCJQYXJlbnRTdHlsZSI6bnVsbH0sIlBhcmVudFN0eWxlIjp7IiRyZWYiOiIxMDcifX0sIkRhdGVTdHlsZSI6eyIkaWQiOiIzMTgiLCJGb250U2V0dGluZ3MiOnsiJGlkIjoiMzE5IiwiRm9udFNpemUiOjEwLCJGb250TmFtZSI6IkNhbGlicmkiLCJJc0JvbGQiOmZhbHNlLCJJc0l0YWxpYyI6ZmFsc2UsIklzVW5kZXJsaW5lZCI6ZmFsc2UsIlBhcmVudFN0eWxlIjp7IiRyZWYiOiIxMTUifX0sIkF1dG9TaXplIjowLCJGb3JlZ3JvdW5kIjp7IiRpZCI6IjMyMCIsIkNvbG9yIjp7IiRpZCI6IjMyMS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yMiIsIkxpbmVDb2xvciI6bnVsbCwiTGluZVdlaWdodCI6MC4wLCJMaW5lVHlwZSI6MCwiUGFyZW50U3R5bGUiOm51bGx9LCJQYXJlbnRTdHlsZSI6eyIkcmVmIjoiMTE0In19LCJEYXRlRm9ybWF0Ijp7IiRpZCI6IjMyMyIsIkZvcm1hdFN0cmluZyI6Ik1NTSBkIiwiU2VwYXJhdG9yIjoiLyIsIlVzZUludGVybmF0aW9uYWxEYXRlRm9ybWF0IjpmYWxzZX0sIklzVmlzaWJsZSI6dHJ1ZSwiUGFyZW50U3R5bGUiOnsiJHJlZiI6IjgwIn19LCJJbmRleCI6MCwiSWQiOiJiZTNhZTM4Zi02MGIzLTQwMmQtOGExMy1mMWU5MWVlYzQxZjUiLCJUaXRsZSI6IlRhc2sgMiBIZXJlIiwiTm90ZSI6bnVsbCwiSHlwZXJsaW5rIjpudWxsLCJJc0NoYW5nZWQiOmZhbHNlLCJJc05ldyI6dHJ1ZX0seyIkaWQiOiIzMjQiLCJHcm91cE5hbWUiOm51bGwsIlN0YXJ0RGF0ZSI6IjIwMTUtMDgtMTVUMDA6MDA6MDBaIiwiRW5kRGF0ZSI6IjIwMTUtMDktMTdUMjM6NTk6NTlaIiwiUGVyY2VudGFnZUNvbXBsZXRlIjpudWxsLCJTdHlsZSI6eyIkaWQiOiIzMjUiLCJTaGFwZSI6MiwiU2hhcGVUaGlja25lc3MiOjEsIkR1cmF0aW9uRm9ybWF0IjowLCJJbmNsdWRlTm9uV29ya2luZ0RheXNJbkR1cmF0aW9uIjpmYWxzZSwiUGVyY2VudGFnZUNvbXBsZXRlU3R5bGUiOnsiJGlkIjoiMzI2IiwiRm9udFNldHRpbmdzIjp7IiRpZCI6IjMyNy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yOCIsIkxpbmVDb2xvciI6bnVsbCwiTGluZVdlaWdodCI6MC4wLCJMaW5lVHlwZSI6MCwiUGFyZW50U3R5bGUiOm51bGx9LCJQYXJlbnRTdHlsZSI6eyIkcmVmIjoiODEifX0sIkR1cmF0aW9uU3R5bGUiOnsiJGlkIjoiMzI5IiwiRm9udFNldHRpbmdzIjp7IiRpZCI6IjMzMCIsIkZvbnRTaXplIjoxMCwiRm9udE5hbWUiOiJDYWxpYnJpIiwiSXNCb2xkIjpmYWxzZSwiSXNJdGFsaWMiOmZhbHNlLCJJc1VuZGVybGluZWQiOmZhbHNlLCJQYXJlbnRTdHlsZSI6eyIkcmVmIjoiODkifX0sIkF1dG9TaXplIjowLCJGb3JlZ3JvdW5kIjp7IiRpZCI6IjMzMSIsIkNvbG9yIjp7IiRpZCI6IjMzMi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zMiLCJMaW5lQ29sb3IiOm51bGwsIkxpbmVXZWlnaHQiOjAuMCwiTGluZVR5cGUiOjAsIlBhcmVudFN0eWxlIjpudWxsfSwiUGFyZW50U3R5bGUiOnsiJHJlZiI6Ijg4In19LCJIb3Jpem9udGFsQ29ubmVjdG9yU3R5bGUiOnsiJGlkIjoiMzM0IiwiTGluZUNvbG9yIjp7IiRyZWYiOiI5NiJ9LCJMaW5lV2VpZ2h0IjowLjAsIkxpbmVUeXBlIjowLCJQYXJlbnRTdHlsZSI6eyIkcmVmIjoiOTUifX0sIlZlcnRpY2FsQ29ubmVjdG9yU3R5bGUiOnsiJGlkIjoiMzM1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M2IiwiTWFyZ2luIjp7IiRyZWYiOiIxMDIifSwiUGFkZGluZyI6eyIkcmVmIjoiMTAzIn0sIkJhY2tncm91bmQiOnsiJGlkIjoiMzM3IiwiQ29sb3IiOnsiJGlkIjoiMzM4IiwiQSI6MjU1LCJSIjoyMTAsIkciOjcxLCJCIjozOH19LCJJc1Zpc2libGUiOnRydWUsIldpZHRoIjowLjAsIkhlaWdodCI6MTYuMCwiQm9yZGVyU3R5bGUiOnsiJGlkIjoiMzM5IiwiTGluZUNvbG9yIjp7IiRpZCI6IjM0MCIsIiR0eXBlIjoiTkxSRS5Db21tb24uRG9tLlNvbGlkQ29sb3JCcnVzaCwgTkxSRS5Db21tb24iLCJDb2xvciI6eyIkaWQiOiIzNDEiLCJBIjoyNTUsIlIiOjI1NSwiRyI6MCwiQiI6MH19LCJMaW5lV2VpZ2h0IjowLjAsIkxpbmVUeXBlIjowLCJQYXJlbnRTdHlsZSI6bnVsbH0sIlBhcmVudFN0eWxlIjp7IiRyZWYiOiIxMDEifX0sIlRpdGxlU3R5bGUiOnsiJGlkIjoiMzQyIiwiRm9udFNldHRpbmdzIjp7IiRpZCI6IjM0MyIsIkZvbnRTaXplIjoxMCwiRm9udE5hbWUiOiJDYWxpYnJpIiwiSXNCb2xkIjp0cnVlLCJJc0l0YWxpYyI6ZmFsc2UsIklzVW5kZXJsaW5lZCI6ZmFsc2UsIlBhcmVudFN0eWxlIjp7IiRyZWYiOiIxMDgifX0sIkF1dG9TaXplIjowLCJGb3JlZ3JvdW5kIjp7IiRpZCI6IjM0NCIsIkNvbG9yIjp7IiRpZCI6IjM0NSIsIkEiOjI1NSwiUiI6MjEwLCJHIjo3MSwiQiI6Mzh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Q2IiwiTGluZUNvbG9yIjpudWxsLCJMaW5lV2VpZ2h0IjowLjAsIkxpbmVUeXBlIjowLCJQYXJlbnRTdHlsZSI6bnVsbH0sIlBhcmVudFN0eWxlIjp7IiRyZWYiOiIxMDcifX0sIkRhdGVTdHlsZSI6eyIkaWQiOiIzNDciLCJGb250U2V0dGluZ3MiOnsiJGlkIjoiMzQ4IiwiRm9udFNpemUiOjEwLCJGb250TmFtZSI6IkNhbGlicmkiLCJJc0JvbGQiOmZhbHNlLCJJc0l0YWxpYyI6ZmFsc2UsIklzVW5kZXJsaW5lZCI6ZmFsc2UsIlBhcmVudFN0eWxlIjp7IiRyZWYiOiIxMTUifX0sIkF1dG9TaXplIjowLCJGb3JlZ3JvdW5kIjp7IiRpZCI6IjM0OSIsIkNvbG9yIjp7IiRpZCI6IjM1MC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1MSIsIkxpbmVDb2xvciI6bnVsbCwiTGluZVdlaWdodCI6MC4wLCJMaW5lVHlwZSI6MCwiUGFyZW50U3R5bGUiOm51bGx9LCJQYXJlbnRTdHlsZSI6eyIkcmVmIjoiMTE0In19LCJEYXRlRm9ybWF0Ijp7IiRpZCI6IjM1MiIsIkZvcm1hdFN0cmluZyI6Ik1NTSBkIiwiU2VwYXJhdG9yIjoiLyIsIlVzZUludGVybmF0aW9uYWxEYXRlRm9ybWF0IjpmYWxzZX0sIklzVmlzaWJsZSI6dHJ1ZSwiUGFyZW50U3R5bGUiOnsiJHJlZiI6IjgwIn19LCJJbmRleCI6MCwiSWQiOiI5YWExODNkNi01ZGYyLTRiMGMtOGZlYy1kMGEwMDI0NzE1ODMiLCJUaXRsZSI6IlRhc2sgMyBIZXJlIiwiTm90ZSI6bnVsbCwiSHlwZXJsaW5rIjpudWxsLCJJc0NoYW5nZWQiOmZhbHNlLCJJc05ldyI6dHJ1ZX0seyIkaWQiOiIzNTMiLCJHcm91cE5hbWUiOm51bGwsIlN0YXJ0RGF0ZSI6IjIwMTUtMDktMDhUMDA6MDA6MDBaIiwiRW5kRGF0ZSI6IjIwMTUtMDktMzBUMjM6NTk6NTlaIiwiUGVyY2VudGFnZUNvbXBsZXRlIjpudWxsLCJTdHlsZSI6eyIkaWQiOiIzNTQiLCJTaGFwZSI6MiwiU2hhcGVUaGlja25lc3MiOjEsIkR1cmF0aW9uRm9ybWF0IjowLCJJbmNsdWRlTm9uV29ya2luZ0RheXNJbkR1cmF0aW9uIjpmYWxzZSwiUGVyY2VudGFnZUNvbXBsZXRlU3R5bGUiOnsiJGlkIjoiMzU1IiwiRm9udFNldHRpbmdzIjp7IiRpZCI6IjM1Ni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1NyIsIkxpbmVDb2xvciI6bnVsbCwiTGluZVdlaWdodCI6MC4wLCJMaW5lVHlwZSI6MCwiUGFyZW50U3R5bGUiOm51bGx9LCJQYXJlbnRTdHlsZSI6eyIkcmVmIjoiODEifX0sIkR1cmF0aW9uU3R5bGUiOnsiJGlkIjoiMzU4IiwiRm9udFNldHRpbmdzIjp7IiRpZCI6IjM1OSIsIkZvbnRTaXplIjoxMCwiRm9udE5hbWUiOiJDYWxpYnJpIiwiSXNCb2xkIjpmYWxzZSwiSXNJdGFsaWMiOmZhbHNlLCJJc1VuZGVybGluZWQiOmZhbHNlLCJQYXJlbnRTdHlsZSI6eyIkcmVmIjoiODkifX0sIkF1dG9TaXplIjowLCJGb3JlZ3JvdW5kIjp7IiRpZCI6IjM2MCIsIkNvbG9yIjp7IiRpZCI6IjM2MS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NjIiLCJMaW5lQ29sb3IiOm51bGwsIkxpbmVXZWlnaHQiOjAuMCwiTGluZVR5cGUiOjAsIlBhcmVudFN0eWxlIjpudWxsfSwiUGFyZW50U3R5bGUiOnsiJHJlZiI6Ijg4In19LCJIb3Jpem9udGFsQ29ubmVjdG9yU3R5bGUiOnsiJGlkIjoiMzYzIiwiTGluZUNvbG9yIjp7IiRyZWYiOiI5NiJ9LCJMaW5lV2VpZ2h0IjowLjAsIkxpbmVUeXBlIjowLCJQYXJlbnRTdHlsZSI6eyIkcmVmIjoiOTUifX0sIlZlcnRpY2FsQ29ubmVjdG9yU3R5bGUiOnsiJGlkIjoiMzY0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Y1IiwiTWFyZ2luIjp7IiRyZWYiOiIxMDIifSwiUGFkZGluZyI6eyIkcmVmIjoiMTAzIn0sIkJhY2tncm91bmQiOnsiJGlkIjoiMzY2IiwiQ29sb3IiOnsiJGlkIjoiMzY3IiwiQSI6MjU1LCJSIjo5OCwiRyI6MTgxLCJCIjoxMjN9fSwiSXNWaXNpYmxlIjp0cnVlLCJXaWR0aCI6MC4wLCJIZWlnaHQiOjE2LjAsIkJvcmRlclN0eWxlIjp7IiRpZCI6IjM2OCIsIkxpbmVDb2xvciI6eyIkaWQiOiIzNjkiLCIkdHlwZSI6Ik5MUkUuQ29tbW9uLkRvbS5Tb2xpZENvbG9yQnJ1c2gsIE5MUkUuQ29tbW9uIiwiQ29sb3IiOnsiJGlkIjoiMzcwIiwiQSI6MjU1LCJSIjoyNTUsIkciOjAsIkIiOjB9fSwiTGluZVdlaWdodCI6MC4wLCJMaW5lVHlwZSI6MCwiUGFyZW50U3R5bGUiOm51bGx9LCJQYXJlbnRTdHlsZSI6eyIkcmVmIjoiMTAxIn19LCJUaXRsZVN0eWxlIjp7IiRpZCI6IjM3MSIsIkZvbnRTZXR0aW5ncyI6eyIkaWQiOiIzNzIiLCJGb250U2l6ZSI6MTAsIkZvbnROYW1lIjoiQ2FsaWJyaSIsIklzQm9sZCI6dHJ1ZSwiSXNJdGFsaWMiOmZhbHNlLCJJc1VuZGVybGluZWQiOmZhbHNlLCJQYXJlbnRTdHlsZSI6eyIkcmVmIjoiMTA4In19LCJBdXRvU2l6ZSI6MCwiRm9yZWdyb3VuZCI6eyIkaWQiOiIzNzMiLCJDb2xvciI6eyIkaWQiOiIzNzQiLCJBIjoyNTUsIlIiOjcyLCJHIjoxNTQsIkIiOjk3fX0sIk1heFdpZHRoIjo1MS40OTgwMzE2MTYyMTA5MzgsIk1heEhlaWdodCI6IkluZmluaXR5IiwiU21hcnRGb3JlZ3JvdW5kSXNBY3RpdmUiOmZhbHNlLCJIb3Jpem9udGFsQWxpZ25tZW50IjoyLCJWZXJ0aWNhbEFsaWdubWVudCI6MCwiU21hcnRGb3JlZ3JvdW5kIjpudWxsLCJNYXJnaW4iOnsiJHJlZiI6IjExMSJ9LCJQYWRkaW5nIjp7IiRyZWYiOiIxMTIifSwiQmFja2dyb3VuZCI6eyIkcmVmIjoiMTEzIn0sIklzVmlzaWJsZSI6dHJ1ZSwiV2lkdGgiOjAuMCwiSGVpZ2h0IjowLjAsIkJvcmRlclN0eWxlIjp7IiRpZCI6IjM3NSIsIkxpbmVDb2xvciI6bnVsbCwiTGluZVdlaWdodCI6MC4wLCJMaW5lVHlwZSI6MCwiUGFyZW50U3R5bGUiOm51bGx9LCJQYXJlbnRTdHlsZSI6eyIkcmVmIjoiMTA3In19LCJEYXRlU3R5bGUiOnsiJGlkIjoiMzc2IiwiRm9udFNldHRpbmdzIjp7IiRpZCI6IjM3NyIsIkZvbnRTaXplIjoxMCwiRm9udE5hbWUiOiJDYWxpYnJpIiwiSXNCb2xkIjpmYWxzZSwiSXNJdGFsaWMiOmZhbHNlLCJJc1VuZGVybGluZWQiOmZhbHNlLCJQYXJlbnRTdHlsZSI6eyIkcmVmIjoiMTE1In19LCJBdXRvU2l6ZSI6MCwiRm9yZWdyb3VuZCI6eyIkaWQiOiIzNzgiLCJDb2xvciI6eyIkaWQiOiIzNzkiLCJBIjoyNTUsIlIiOjEyNywiRyI6MTI3LCJCIjoxMjd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nRydWUsIldpZHRoIjowLjAsIkhlaWdodCI6MC4wLCJCb3JkZXJTdHlsZSI6eyIkaWQiOiIzODAiLCJMaW5lQ29sb3IiOm51bGwsIkxpbmVXZWlnaHQiOjAuMCwiTGluZVR5cGUiOjAsIlBhcmVudFN0eWxlIjpudWxsfSwiUGFyZW50U3R5bGUiOnsiJHJlZiI6IjExNCJ9fSwiRGF0ZUZvcm1hdCI6eyIkaWQiOiIzODEiLCJGb3JtYXRTdHJpbmciOiJNTU0gZCIsIlNlcGFyYXRvciI6Ii8iLCJVc2VJbnRlcm5hdGlvbmFsRGF0ZUZvcm1hdCI6ZmFsc2V9LCJJc1Zpc2libGUiOnRydWUsIlBhcmVudFN0eWxlIjp7IiRyZWYiOiI4MCJ9fSwiSW5kZXgiOjAsIklkIjoiMDZhNmEyMDAtMjFlYS00YWNkLWFjMjAtYjQxZjdiMzdiMGRkIiwiVGl0bGUiOiJUYXNrIDQgSGVyZSIsIk5vdGUiOm51bGwsIkh5cGVybGluayI6bnVsbCwiSXNDaGFuZ2VkIjpmYWxzZSwiSXNOZXciOnRydWV9LHsiJGlkIjoiMzgyIiwiR3JvdXBOYW1lIjpudWxsLCJTdGFydERhdGUiOiIyMDE1LTEwLTA0VDAwOjAwOjAwWiIsIkVuZERhdGUiOiIyMDE1LTExLTA3VDIzOjU5OjU5WiIsIlBlcmNlbnRhZ2VDb21wbGV0ZSI6bnVsbCwiU3R5bGUiOnsiJGlkIjoiMzgzIiwiU2hhcGUiOjIsIlNoYXBlVGhpY2tuZXNzIjoxLCJEdXJhdGlvbkZvcm1hdCI6MCwiSW5jbHVkZU5vbldvcmtpbmdEYXlzSW5EdXJhdGlvbiI6ZmFsc2UsIlBlcmNlbnRhZ2VDb21wbGV0ZVN0eWxlIjp7IiRpZCI6IjM4NCIsIkZvbnRTZXR0aW5ncyI6eyIkaWQiOiIzODU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ODYiLCJMaW5lQ29sb3IiOm51bGwsIkxpbmVXZWlnaHQiOjAuMCwiTGluZVR5cGUiOjAsIlBhcmVudFN0eWxlIjpudWxsfSwiUGFyZW50U3R5bGUiOnsiJHJlZiI6IjgxIn19LCJEdXJhdGlvblN0eWxlIjp7IiRpZCI6IjM4NyIsIkZvbnRTZXR0aW5ncyI6eyIkaWQiOiIzODgiLCJGb250U2l6ZSI6MTAsIkZvbnROYW1lIjoiQ2FsaWJyaSIsIklzQm9sZCI6ZmFsc2UsIklzSXRhbGljIjpmYWxzZSwiSXNVbmRlcmxpbmVkIjpmYWxzZSwiUGFyZW50U3R5bGUiOnsiJHJlZiI6Ijg5In19LCJBdXRvU2l6ZSI6MCwiRm9yZWdyb3VuZCI6eyIkaWQiOiIzODkiLCJDb2xvciI6eyIkaWQiOiIzOTAiLCJBIjoyNTUsIlIiOjE5MiwiRyI6ODAsIkIiOjc3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MzkxIiwiTGluZUNvbG9yIjpudWxsLCJMaW5lV2VpZ2h0IjowLjAsIkxpbmVUeXBlIjowLCJQYXJlbnRTdHlsZSI6bnVsbH0sIlBhcmVudFN0eWxlIjp7IiRyZWYiOiI4OCJ9fSwiSG9yaXpvbnRhbENvbm5lY3RvclN0eWxlIjp7IiRpZCI6IjM5MiIsIkxpbmVDb2xvciI6eyIkcmVmIjoiOTYifSwiTGluZVdlaWdodCI6MC4wLCJMaW5lVHlwZSI6MCwiUGFyZW50U3R5bGUiOnsiJHJlZiI6Ijk1In19LCJWZXJ0aWNhbENvbm5lY3RvclN0eWxlIjp7IiRpZCI6IjM5MyIsIkxpbmVDb2xvciI6eyIkcmVmIjoiOTkifSwiTGluZVdlaWdodCI6MC4wLCJMaW5lVHlwZSI6MCwiUGFyZW50U3R5bGUiOnsiJHJlZiI6Ijk4In19LCJNYXJnaW4iOm51bGwsIlN0YXJ0RGF0ZVBvc2l0aW9uIjo0LCJFbmREYXRlUG9zaXRpb24iOjQsIlRpdGxlUG9zaXRpb24iOjMsIkR1cmF0aW9uUG9zaXRpb24iOjYsIlBlcmNlbnRhZ2VDb21wbGV0ZWRQb3NpdGlvbiI6NiwiU3BhY2luZyI6NSwiSXNCZWxvd1RpbWViYW5kIjp0cnVlLCJQZXJjZW50YWdlQ29tcGxldGVTaGFwZU9wYWNpdHkiOjM1LCJTaGFwZVN0eWxlIjp7IiRpZCI6IjM5NCIsIk1hcmdpbiI6eyIkcmVmIjoiMTAyIn0sIlBhZGRpbmciOnsiJHJlZiI6IjEwMyJ9LCJCYWNrZ3JvdW5kIjp7IiRpZCI6IjM5NSIsIkNvbG9yIjp7IiRpZCI6IjM5NiIsIkEiOjI1NSwiUiI6OTgsIkciOjE4MSwiQiI6MTIzfX0sIklzVmlzaWJsZSI6dHJ1ZSwiV2lkdGgiOjAuMCwiSGVpZ2h0IjoxNi4wLCJCb3JkZXJTdHlsZSI6eyIkaWQiOiIzOTciLCJMaW5lQ29sb3IiOnsiJGlkIjoiMzk4IiwiJHR5cGUiOiJOTFJFLkNvbW1vbi5Eb20uU29saWRDb2xvckJydXNoLCBOTFJFLkNvbW1vbiIsIkNvbG9yIjp7IiRpZCI6IjM5OSIsIkEiOjI1NSwiUiI6MjU1LCJHIjowLCJCIjowfX0sIkxpbmVXZWlnaHQiOjAuMCwiTGluZVR5cGUiOjAsIlBhcmVudFN0eWxlIjpudWxsfSwiUGFyZW50U3R5bGUiOnsiJHJlZiI6IjEwMSJ9fSwiVGl0bGVTdHlsZSI6eyIkaWQiOiI0MDAiLCJGb250U2V0dGluZ3MiOnsiJGlkIjoiNDAxIiwiRm9udFNpemUiOjEwLCJGb250TmFtZSI6IkNhbGlicmkiLCJJc0JvbGQiOnRydWUsIklzSXRhbGljIjpmYWxzZSwiSXNVbmRlcmxpbmVkIjpmYWxzZSwiUGFyZW50U3R5bGUiOnsiJHJlZiI6IjEwOCJ9fSwiQXV0b1NpemUiOjAsIkZvcmVncm91bmQiOnsiJGlkIjoiNDAyIiwiQ29sb3IiOnsiJGlkIjoiNDAzIiwiQSI6MjU1LCJSIjo3MiwiRyI6MTU0LCJCIjo5N319LCJNYXhXaWR0aCI6NTEuMTE5NDQ5NjE1NDc4NTE2LCJNYXhIZWlnaHQiOiJJbmZpbml0eSIsIlNtYXJ0Rm9yZWdyb3VuZElzQWN0aXZlIjpmYWxzZSwiSG9yaXpvbnRhbEFsaWdubWVudCI6MiwiVmVydGljYWxBbGlnbm1lbnQiOjAsIlNtYXJ0Rm9yZWdyb3VuZCI6bnVsbCwiTWFyZ2luIjp7IiRyZWYiOiIxMTEifSwiUGFkZGluZyI6eyIkcmVmIjoiMTEyIn0sIkJhY2tncm91bmQiOnsiJHJlZiI6IjExMyJ9LCJJc1Zpc2libGUiOnRydWUsIldpZHRoIjowLjAsIkhlaWdodCI6MC4wLCJCb3JkZXJTdHlsZSI6eyIkaWQiOiI0MDQiLCJMaW5lQ29sb3IiOm51bGwsIkxpbmVXZWlnaHQiOjAuMCwiTGluZVR5cGUiOjAsIlBhcmVudFN0eWxlIjpudWxsfSwiUGFyZW50U3R5bGUiOnsiJHJlZiI6IjEwNyJ9fSwiRGF0ZVN0eWxlIjp7IiRpZCI6IjQwNSIsIkZvbnRTZXR0aW5ncyI6eyIkaWQiOiI0MDYiLCJGb250U2l6ZSI6MTAsIkZvbnROYW1lIjoiQ2FsaWJyaSIsIklzQm9sZCI6ZmFsc2UsIklzSXRhbGljIjpmYWxzZSwiSXNVbmRlcmxpbmVkIjpmYWxzZSwiUGFyZW50U3R5bGUiOnsiJHJlZiI6IjExNSJ9fSwiQXV0b1NpemUiOjAsIkZvcmVncm91bmQiOnsiJGlkIjoiNDA3IiwiQ29sb3IiOnsiJGlkIjoiNDA4IiwiQSI6MjU1LCJSIjoxMjcsIkciOjEyNywiQiI6MTI3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0cnVlLCJXaWR0aCI6MC4wLCJIZWlnaHQiOjAuMCwiQm9yZGVyU3R5bGUiOnsiJGlkIjoiNDA5IiwiTGluZUNvbG9yIjpudWxsLCJMaW5lV2VpZ2h0IjowLjAsIkxpbmVUeXBlIjowLCJQYXJlbnRTdHlsZSI6bnVsbH0sIlBhcmVudFN0eWxlIjp7IiRyZWYiOiIxMTQifX0sIkRhdGVGb3JtYXQiOnsiJGlkIjoiNDEwIiwiRm9ybWF0U3RyaW5nIjoiTU1NIGQiLCJTZXBhcmF0b3IiOiIvIiwiVXNlSW50ZXJuYXRpb25hbERhdGVGb3JtYXQiOmZhbHNlfSwiSXNWaXNpYmxlIjp0cnVlLCJQYXJlbnRTdHlsZSI6eyIkcmVmIjoiODAifX0sIkluZGV4IjowLCJJZCI6ImU2ZjVjOTE4LWJkZDYtNDlhMS1hYzkxLTljZjIyNDY4YTIzYiIsIlRpdGxlIjoiVGFzayA1IEhlcmUiLCJOb3RlIjpudWxsLCJIeXBlcmxpbmsiOm51bGwsIklzQ2hhbmdlZCI6ZmFsc2UsIklzTmV3Ijp0cnVlfV0sIlNldHRpbmdzIjp7IiRpZCI6IjQxMSIsIkltcGFPcHRpb25zIjpudWxs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0cnVlLCJTbWFydFRpbWVsaW5lVGFza1BlcmNlbnRhZ2VGaXQiOmZhbHNlfSwiSXNOZXciOnRydWV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Office Theme">
  <a:themeElements>
    <a:clrScheme name="Custom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D8D8D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137</Words>
  <Application>Microsoft Office PowerPoint</Application>
  <PresentationFormat>On-screen Show (4:3)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Corbel</vt:lpstr>
      <vt:lpstr>Segoe UI</vt:lpstr>
      <vt:lpstr>Segoe UI Light</vt:lpstr>
      <vt:lpstr>Wingdings</vt:lpstr>
      <vt:lpstr>Office Theme</vt:lpstr>
      <vt:lpstr>11_Office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2014-05-08T23:11:10Z</dcterms:created>
  <dcterms:modified xsi:type="dcterms:W3CDTF">2015-04-22T13:42:54Z</dcterms:modified>
</cp:coreProperties>
</file>