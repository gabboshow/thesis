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4" r:id="rId1"/>
  </p:sldMasterIdLst>
  <p:sldIdLst>
    <p:sldId id="264" r:id="rId2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FFFFFF"/>
    <a:srgbClr val="D24626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-102" y="-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12/14/2015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391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12/14/2015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573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12/14/2015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0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12/14/2015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959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12/14/2015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201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12/14/2015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444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12/14/2015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693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12/14/2015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642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12/14/2015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865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12/14/2015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649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12/14/2015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838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64158-0CE9-4349-B3F5-2F2E57F0D0CB}" type="datetimeFigureOut">
              <a:rPr lang="en-US" smtClean="0"/>
              <a:t>12/14/2015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59CC6-7B72-4137-928D-D85C24DCBB6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 flipH="1" flipV="1">
            <a:off x="0" y="0"/>
            <a:ext cx="12192000" cy="6858000"/>
          </a:xfrm>
          <a:prstGeom prst="rect">
            <a:avLst/>
          </a:prstGeom>
          <a:gradFill>
            <a:gsLst>
              <a:gs pos="57054">
                <a:srgbClr val="EEEEEE"/>
              </a:gs>
              <a:gs pos="0">
                <a:schemeClr val="bg1"/>
              </a:gs>
              <a:gs pos="7400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4453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84" Type="http://schemas.openxmlformats.org/officeDocument/2006/relationships/tags" Target="../tags/tag84.xml"/><Relationship Id="rId89" Type="http://schemas.openxmlformats.org/officeDocument/2006/relationships/tags" Target="../tags/tag89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07" Type="http://schemas.openxmlformats.org/officeDocument/2006/relationships/tags" Target="../tags/tag107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66" Type="http://schemas.openxmlformats.org/officeDocument/2006/relationships/tags" Target="../tags/tag66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87" Type="http://schemas.openxmlformats.org/officeDocument/2006/relationships/tags" Target="../tags/tag87.xml"/><Relationship Id="rId102" Type="http://schemas.openxmlformats.org/officeDocument/2006/relationships/tags" Target="../tags/tag102.xml"/><Relationship Id="rId5" Type="http://schemas.openxmlformats.org/officeDocument/2006/relationships/tags" Target="../tags/tag5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90" Type="http://schemas.openxmlformats.org/officeDocument/2006/relationships/tags" Target="../tags/tag90.xml"/><Relationship Id="rId95" Type="http://schemas.openxmlformats.org/officeDocument/2006/relationships/tags" Target="../tags/tag95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tags" Target="../tags/tag56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105" Type="http://schemas.openxmlformats.org/officeDocument/2006/relationships/tags" Target="../tags/tag105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80" Type="http://schemas.openxmlformats.org/officeDocument/2006/relationships/tags" Target="../tags/tag80.xml"/><Relationship Id="rId85" Type="http://schemas.openxmlformats.org/officeDocument/2006/relationships/tags" Target="../tags/tag85.xml"/><Relationship Id="rId93" Type="http://schemas.openxmlformats.org/officeDocument/2006/relationships/tags" Target="../tags/tag93.xml"/><Relationship Id="rId98" Type="http://schemas.openxmlformats.org/officeDocument/2006/relationships/tags" Target="../tags/tag98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67" Type="http://schemas.openxmlformats.org/officeDocument/2006/relationships/tags" Target="../tags/tag67.xml"/><Relationship Id="rId103" Type="http://schemas.openxmlformats.org/officeDocument/2006/relationships/tags" Target="../tags/tag103.xml"/><Relationship Id="rId108" Type="http://schemas.openxmlformats.org/officeDocument/2006/relationships/slideLayout" Target="../slideLayouts/slideLayout7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tags" Target="../tags/tag62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91" Type="http://schemas.openxmlformats.org/officeDocument/2006/relationships/tags" Target="../tags/tag91.xml"/><Relationship Id="rId96" Type="http://schemas.openxmlformats.org/officeDocument/2006/relationships/tags" Target="../tags/tag9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6" Type="http://schemas.openxmlformats.org/officeDocument/2006/relationships/tags" Target="../tags/tag106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81" Type="http://schemas.openxmlformats.org/officeDocument/2006/relationships/tags" Target="../tags/tag81.xml"/><Relationship Id="rId86" Type="http://schemas.openxmlformats.org/officeDocument/2006/relationships/tags" Target="../tags/tag86.xml"/><Relationship Id="rId94" Type="http://schemas.openxmlformats.org/officeDocument/2006/relationships/tags" Target="../tags/tag94.xml"/><Relationship Id="rId99" Type="http://schemas.openxmlformats.org/officeDocument/2006/relationships/tags" Target="../tags/tag99.xml"/><Relationship Id="rId101" Type="http://schemas.openxmlformats.org/officeDocument/2006/relationships/tags" Target="../tags/tag10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tags" Target="../tags/tag97.xml"/><Relationship Id="rId104" Type="http://schemas.openxmlformats.org/officeDocument/2006/relationships/tags" Target="../tags/tag10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6" name="OTLSHAPE_TB_00000000000000000000000000000000_LeftEndCaps"/>
          <p:cNvSpPr txBox="1"/>
          <p:nvPr>
            <p:custDataLst>
              <p:tags r:id="rId2"/>
            </p:custDataLst>
          </p:nvPr>
        </p:nvSpPr>
        <p:spPr>
          <a:xfrm>
            <a:off x="254000" y="2965619"/>
            <a:ext cx="4445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pc="-36" smtClean="0">
                <a:solidFill>
                  <a:srgbClr val="C0504D"/>
                </a:solidFill>
                <a:latin typeface="Corbel" panose="020B0503020204020204" pitchFamily="34" charset="0"/>
              </a:rPr>
              <a:t>2015</a:t>
            </a:r>
            <a:endParaRPr lang="en-US" spc="-36">
              <a:solidFill>
                <a:srgbClr val="C0504D"/>
              </a:solidFill>
              <a:latin typeface="Corbel" panose="020B0503020204020204" pitchFamily="34" charset="0"/>
            </a:endParaRPr>
          </a:p>
        </p:txBody>
      </p:sp>
      <p:sp>
        <p:nvSpPr>
          <p:cNvPr id="8847" name="OTLSHAPE_TB_00000000000000000000000000000000_RightEndCaps"/>
          <p:cNvSpPr txBox="1"/>
          <p:nvPr>
            <p:custDataLst>
              <p:tags r:id="rId3"/>
            </p:custDataLst>
          </p:nvPr>
        </p:nvSpPr>
        <p:spPr>
          <a:xfrm>
            <a:off x="11485880" y="2965619"/>
            <a:ext cx="4572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pc="-36" smtClean="0">
                <a:solidFill>
                  <a:srgbClr val="C0504D"/>
                </a:solidFill>
                <a:latin typeface="Corbel" panose="020B0503020204020204" pitchFamily="34" charset="0"/>
              </a:rPr>
              <a:t>2016</a:t>
            </a:r>
            <a:endParaRPr lang="en-US" spc="-36">
              <a:solidFill>
                <a:srgbClr val="C0504D"/>
              </a:solidFill>
              <a:latin typeface="Corbel" panose="020B0503020204020204" pitchFamily="34" charset="0"/>
            </a:endParaRPr>
          </a:p>
        </p:txBody>
      </p:sp>
      <p:sp>
        <p:nvSpPr>
          <p:cNvPr id="8849" name="OTLSHAPE_TB_00000000000000000000000000000000_ScaleContainer"/>
          <p:cNvSpPr/>
          <p:nvPr>
            <p:custDataLst>
              <p:tags r:id="rId4"/>
            </p:custDataLst>
          </p:nvPr>
        </p:nvSpPr>
        <p:spPr>
          <a:xfrm>
            <a:off x="822960" y="2914650"/>
            <a:ext cx="10541000" cy="381000"/>
          </a:xfrm>
          <a:prstGeom prst="roundRect">
            <a:avLst>
              <a:gd name="adj" fmla="val 100000"/>
            </a:avLst>
          </a:prstGeom>
          <a:gradFill flip="none" rotWithShape="1">
            <a:gsLst>
              <a:gs pos="0">
                <a:srgbClr val="44546A"/>
              </a:gs>
              <a:gs pos="0">
                <a:schemeClr val="dk2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reflection blurRad="6350" stA="50000" endA="300" endPos="55500" dist="50800" dir="5400000" sy="-100000" algn="bl" rotWithShape="0"/>
          </a:effectLst>
          <a:scene3d>
            <a:camera prst="orthographicFront"/>
            <a:lightRig rig="threePt" dir="t">
              <a:rot lat="0" lon="0" rev="8700000"/>
            </a:lightRig>
          </a:scene3d>
          <a:sp3d>
            <a:bevelT w="165100" h="1905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51" name="OTLSHAPE_TB_00000000000000000000000000000000_ElapsedTime" hidden="1"/>
          <p:cNvSpPr/>
          <p:nvPr>
            <p:custDataLst>
              <p:tags r:id="rId5"/>
            </p:custDataLst>
          </p:nvPr>
        </p:nvSpPr>
        <p:spPr>
          <a:xfrm>
            <a:off x="0" y="0"/>
            <a:ext cx="0" cy="0"/>
          </a:xfrm>
          <a:prstGeom prst="roundRect">
            <a:avLst>
              <a:gd name="adj" fmla="val 100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52" name="OTLSHAPE_TB_00000000000000000000000000000000_TodayMarkerShape" hidden="1"/>
          <p:cNvSpPr/>
          <p:nvPr>
            <p:custDataLst>
              <p:tags r:id="rId6"/>
            </p:custDataLst>
          </p:nvPr>
        </p:nvSpPr>
        <p:spPr>
          <a:xfrm>
            <a:off x="933631" y="3295650"/>
            <a:ext cx="108857" cy="127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54" name="OTLSHAPE_TB_00000000000000000000000000000000_TodayMarkerText" hidden="1"/>
          <p:cNvSpPr txBox="1"/>
          <p:nvPr>
            <p:custDataLst>
              <p:tags r:id="rId7"/>
            </p:custDataLst>
          </p:nvPr>
        </p:nvSpPr>
        <p:spPr>
          <a:xfrm>
            <a:off x="988060" y="3422650"/>
            <a:ext cx="0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800" smtClean="0">
                <a:solidFill>
                  <a:schemeClr val="dk1"/>
                </a:solidFill>
                <a:latin typeface="Calibri" panose="020F0502020204030204" pitchFamily="34" charset="0"/>
              </a:rPr>
              <a:t>Today</a:t>
            </a:r>
            <a:endParaRPr lang="en-US" sz="8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8856" name="OTLSHAPE_TB_00000000000000000000000000000000_TimescaleInterval1"/>
          <p:cNvSpPr txBox="1"/>
          <p:nvPr>
            <p:custDataLst>
              <p:tags r:id="rId8"/>
            </p:custDataLst>
          </p:nvPr>
        </p:nvSpPr>
        <p:spPr>
          <a:xfrm>
            <a:off x="1051560" y="3012123"/>
            <a:ext cx="2794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1200" spc="-18" dirty="0" smtClean="0">
                <a:solidFill>
                  <a:schemeClr val="lt2"/>
                </a:solidFill>
                <a:latin typeface="Calibri" panose="020F0502020204030204" pitchFamily="34" charset="0"/>
              </a:rPr>
              <a:t>Nov</a:t>
            </a:r>
            <a:endParaRPr lang="en-US" sz="1200" spc="-18" dirty="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cxnSp>
        <p:nvCxnSpPr>
          <p:cNvPr id="8858" name="OTLSHAPE_TB_00000000000000000000000000000000_Separator1"/>
          <p:cNvCxnSpPr/>
          <p:nvPr>
            <p:custDataLst>
              <p:tags r:id="rId9"/>
            </p:custDataLst>
          </p:nvPr>
        </p:nvCxnSpPr>
        <p:spPr>
          <a:xfrm>
            <a:off x="2134354" y="2978150"/>
            <a:ext cx="0" cy="254000"/>
          </a:xfrm>
          <a:prstGeom prst="line">
            <a:avLst/>
          </a:prstGeom>
          <a:ln w="6350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60" name="OTLSHAPE_TB_00000000000000000000000000000000_TimescaleInterval2"/>
          <p:cNvSpPr txBox="1"/>
          <p:nvPr>
            <p:custDataLst>
              <p:tags r:id="rId10"/>
            </p:custDataLst>
          </p:nvPr>
        </p:nvSpPr>
        <p:spPr>
          <a:xfrm>
            <a:off x="2197854" y="3012123"/>
            <a:ext cx="321227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1200" spc="-18" dirty="0" smtClean="0">
                <a:solidFill>
                  <a:schemeClr val="lt2"/>
                </a:solidFill>
                <a:latin typeface="Calibri" panose="020F0502020204030204" pitchFamily="34" charset="0"/>
              </a:rPr>
              <a:t>Dec</a:t>
            </a:r>
            <a:endParaRPr lang="en-US" sz="1200" spc="-18" dirty="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cxnSp>
        <p:nvCxnSpPr>
          <p:cNvPr id="8861" name="OTLSHAPE_TB_00000000000000000000000000000000_Separator2"/>
          <p:cNvCxnSpPr/>
          <p:nvPr>
            <p:custDataLst>
              <p:tags r:id="rId11"/>
            </p:custDataLst>
          </p:nvPr>
        </p:nvCxnSpPr>
        <p:spPr>
          <a:xfrm>
            <a:off x="3243672" y="2978150"/>
            <a:ext cx="0" cy="254000"/>
          </a:xfrm>
          <a:prstGeom prst="line">
            <a:avLst/>
          </a:prstGeom>
          <a:ln w="6350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63" name="OTLSHAPE_TB_00000000000000000000000000000000_TimescaleInterval3"/>
          <p:cNvSpPr txBox="1"/>
          <p:nvPr>
            <p:custDataLst>
              <p:tags r:id="rId12"/>
            </p:custDataLst>
          </p:nvPr>
        </p:nvSpPr>
        <p:spPr>
          <a:xfrm>
            <a:off x="3307172" y="3012124"/>
            <a:ext cx="251816" cy="179312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1200" spc="-20" dirty="0" smtClean="0">
                <a:solidFill>
                  <a:schemeClr val="lt2"/>
                </a:solidFill>
                <a:latin typeface="Calibri" panose="020F0502020204030204" pitchFamily="34" charset="0"/>
              </a:rPr>
              <a:t>Jan</a:t>
            </a:r>
            <a:endParaRPr lang="en-US" sz="1200" spc="-20" dirty="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cxnSp>
        <p:nvCxnSpPr>
          <p:cNvPr id="8864" name="OTLSHAPE_TB_00000000000000000000000000000000_Separator3"/>
          <p:cNvCxnSpPr/>
          <p:nvPr>
            <p:custDataLst>
              <p:tags r:id="rId13"/>
            </p:custDataLst>
          </p:nvPr>
        </p:nvCxnSpPr>
        <p:spPr>
          <a:xfrm>
            <a:off x="4389967" y="2978150"/>
            <a:ext cx="0" cy="254000"/>
          </a:xfrm>
          <a:prstGeom prst="line">
            <a:avLst/>
          </a:prstGeom>
          <a:ln w="6350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66" name="OTLSHAPE_TB_00000000000000000000000000000000_TimescaleInterval4"/>
          <p:cNvSpPr txBox="1"/>
          <p:nvPr>
            <p:custDataLst>
              <p:tags r:id="rId14"/>
            </p:custDataLst>
          </p:nvPr>
        </p:nvSpPr>
        <p:spPr>
          <a:xfrm>
            <a:off x="4453467" y="3012123"/>
            <a:ext cx="2413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1200" spc="-20" dirty="0" smtClean="0">
                <a:solidFill>
                  <a:schemeClr val="lt2"/>
                </a:solidFill>
                <a:latin typeface="Calibri" panose="020F0502020204030204" pitchFamily="34" charset="0"/>
              </a:rPr>
              <a:t>Feb</a:t>
            </a:r>
            <a:endParaRPr lang="en-US" sz="1200" spc="-20" dirty="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cxnSp>
        <p:nvCxnSpPr>
          <p:cNvPr id="8868" name="OTLSHAPE_TB_00000000000000000000000000000000_Separator4"/>
          <p:cNvCxnSpPr/>
          <p:nvPr>
            <p:custDataLst>
              <p:tags r:id="rId15"/>
            </p:custDataLst>
          </p:nvPr>
        </p:nvCxnSpPr>
        <p:spPr>
          <a:xfrm>
            <a:off x="5536261" y="2978150"/>
            <a:ext cx="0" cy="254000"/>
          </a:xfrm>
          <a:prstGeom prst="line">
            <a:avLst/>
          </a:prstGeom>
          <a:ln w="6350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70" name="OTLSHAPE_TB_00000000000000000000000000000000_TimescaleInterval5"/>
          <p:cNvSpPr txBox="1"/>
          <p:nvPr>
            <p:custDataLst>
              <p:tags r:id="rId16"/>
            </p:custDataLst>
          </p:nvPr>
        </p:nvSpPr>
        <p:spPr>
          <a:xfrm>
            <a:off x="5599762" y="3012123"/>
            <a:ext cx="343838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1200" spc="-18" dirty="0" smtClean="0">
                <a:solidFill>
                  <a:schemeClr val="lt2"/>
                </a:solidFill>
                <a:latin typeface="Calibri" panose="020F0502020204030204" pitchFamily="34" charset="0"/>
              </a:rPr>
              <a:t>Mar</a:t>
            </a:r>
            <a:endParaRPr lang="en-US" sz="1200" spc="-18" dirty="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cxnSp>
        <p:nvCxnSpPr>
          <p:cNvPr id="8871" name="OTLSHAPE_TB_00000000000000000000000000000000_Separator5"/>
          <p:cNvCxnSpPr/>
          <p:nvPr>
            <p:custDataLst>
              <p:tags r:id="rId17"/>
            </p:custDataLst>
          </p:nvPr>
        </p:nvCxnSpPr>
        <p:spPr>
          <a:xfrm>
            <a:off x="6645579" y="2978150"/>
            <a:ext cx="0" cy="254000"/>
          </a:xfrm>
          <a:prstGeom prst="line">
            <a:avLst/>
          </a:prstGeom>
          <a:ln w="6350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72" name="OTLSHAPE_TB_00000000000000000000000000000000_TimescaleInterval6"/>
          <p:cNvSpPr txBox="1"/>
          <p:nvPr>
            <p:custDataLst>
              <p:tags r:id="rId18"/>
            </p:custDataLst>
          </p:nvPr>
        </p:nvSpPr>
        <p:spPr>
          <a:xfrm>
            <a:off x="6709079" y="3012123"/>
            <a:ext cx="2286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1200" spc="-22" dirty="0" smtClean="0">
                <a:solidFill>
                  <a:schemeClr val="lt2"/>
                </a:solidFill>
                <a:latin typeface="Calibri" panose="020F0502020204030204" pitchFamily="34" charset="0"/>
              </a:rPr>
              <a:t>Apr</a:t>
            </a:r>
            <a:endParaRPr lang="en-US" sz="1200" spc="-22" dirty="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cxnSp>
        <p:nvCxnSpPr>
          <p:cNvPr id="8873" name="OTLSHAPE_TB_00000000000000000000000000000000_Separator6"/>
          <p:cNvCxnSpPr/>
          <p:nvPr>
            <p:custDataLst>
              <p:tags r:id="rId19"/>
            </p:custDataLst>
          </p:nvPr>
        </p:nvCxnSpPr>
        <p:spPr>
          <a:xfrm>
            <a:off x="7791873" y="2978150"/>
            <a:ext cx="0" cy="254000"/>
          </a:xfrm>
          <a:prstGeom prst="line">
            <a:avLst/>
          </a:prstGeom>
          <a:ln w="6350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74" name="OTLSHAPE_TB_00000000000000000000000000000000_TimescaleInterval7"/>
          <p:cNvSpPr txBox="1"/>
          <p:nvPr>
            <p:custDataLst>
              <p:tags r:id="rId20"/>
            </p:custDataLst>
          </p:nvPr>
        </p:nvSpPr>
        <p:spPr>
          <a:xfrm>
            <a:off x="7855373" y="3012123"/>
            <a:ext cx="392155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1200" spc="-20" dirty="0" smtClean="0">
                <a:solidFill>
                  <a:schemeClr val="lt2"/>
                </a:solidFill>
                <a:latin typeface="Calibri" panose="020F0502020204030204" pitchFamily="34" charset="0"/>
              </a:rPr>
              <a:t>May</a:t>
            </a:r>
            <a:endParaRPr lang="en-US" sz="1200" spc="-20" dirty="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cxnSp>
        <p:nvCxnSpPr>
          <p:cNvPr id="8875" name="OTLSHAPE_TB_00000000000000000000000000000000_Separator7"/>
          <p:cNvCxnSpPr/>
          <p:nvPr>
            <p:custDataLst>
              <p:tags r:id="rId21"/>
            </p:custDataLst>
          </p:nvPr>
        </p:nvCxnSpPr>
        <p:spPr>
          <a:xfrm>
            <a:off x="8901191" y="2978150"/>
            <a:ext cx="0" cy="254000"/>
          </a:xfrm>
          <a:prstGeom prst="line">
            <a:avLst/>
          </a:prstGeom>
          <a:ln w="6350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76" name="OTLSHAPE_TB_00000000000000000000000000000000_TimescaleInterval8"/>
          <p:cNvSpPr txBox="1"/>
          <p:nvPr>
            <p:custDataLst>
              <p:tags r:id="rId22"/>
            </p:custDataLst>
          </p:nvPr>
        </p:nvSpPr>
        <p:spPr>
          <a:xfrm>
            <a:off x="8964691" y="3012123"/>
            <a:ext cx="2413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1200" spc="-22" dirty="0" smtClean="0">
                <a:solidFill>
                  <a:schemeClr val="lt2"/>
                </a:solidFill>
                <a:latin typeface="Calibri" panose="020F0502020204030204" pitchFamily="34" charset="0"/>
              </a:rPr>
              <a:t>Jun</a:t>
            </a:r>
            <a:endParaRPr lang="en-US" sz="1200" spc="-22" dirty="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cxnSp>
        <p:nvCxnSpPr>
          <p:cNvPr id="8877" name="OTLSHAPE_TB_00000000000000000000000000000000_Separator8"/>
          <p:cNvCxnSpPr/>
          <p:nvPr>
            <p:custDataLst>
              <p:tags r:id="rId23"/>
            </p:custDataLst>
          </p:nvPr>
        </p:nvCxnSpPr>
        <p:spPr>
          <a:xfrm>
            <a:off x="10047485" y="2978150"/>
            <a:ext cx="0" cy="254000"/>
          </a:xfrm>
          <a:prstGeom prst="line">
            <a:avLst/>
          </a:prstGeom>
          <a:ln w="6350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78" name="OTLSHAPE_TB_00000000000000000000000000000000_TimescaleInterval9"/>
          <p:cNvSpPr txBox="1"/>
          <p:nvPr>
            <p:custDataLst>
              <p:tags r:id="rId24"/>
            </p:custDataLst>
          </p:nvPr>
        </p:nvSpPr>
        <p:spPr>
          <a:xfrm>
            <a:off x="10110986" y="3012123"/>
            <a:ext cx="3175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1200" spc="-20" smtClean="0">
                <a:solidFill>
                  <a:schemeClr val="lt2"/>
                </a:solidFill>
                <a:latin typeface="Calibri" panose="020F0502020204030204" pitchFamily="34" charset="0"/>
              </a:rPr>
              <a:t>2016</a:t>
            </a:r>
            <a:endParaRPr lang="en-US" sz="1200" spc="-2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8883" name="OTLSHAPE_M_a58f29487c0343c08abcf41913e40cae_Title"/>
          <p:cNvSpPr txBox="1"/>
          <p:nvPr>
            <p:custDataLst>
              <p:tags r:id="rId25"/>
            </p:custDataLst>
          </p:nvPr>
        </p:nvSpPr>
        <p:spPr>
          <a:xfrm>
            <a:off x="1511355" y="356462"/>
            <a:ext cx="6350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 spc="-6" dirty="0" smtClean="0">
                <a:solidFill>
                  <a:srgbClr val="3B5998"/>
                </a:solidFill>
                <a:latin typeface="Calibri" panose="020F0502020204030204" pitchFamily="34" charset="0"/>
              </a:rPr>
              <a:t>Milestone 1</a:t>
            </a:r>
            <a:endParaRPr lang="en-US" sz="1000" b="1" spc="-6" dirty="0">
              <a:solidFill>
                <a:srgbClr val="3B5998"/>
              </a:solidFill>
              <a:latin typeface="Calibri" panose="020F0502020204030204" pitchFamily="34" charset="0"/>
            </a:endParaRPr>
          </a:p>
        </p:txBody>
      </p:sp>
      <p:sp>
        <p:nvSpPr>
          <p:cNvPr id="8884" name="OTLSHAPE_M_a58f29487c0343c08abcf41913e40cae_Date"/>
          <p:cNvSpPr txBox="1"/>
          <p:nvPr>
            <p:custDataLst>
              <p:tags r:id="rId26"/>
            </p:custDataLst>
          </p:nvPr>
        </p:nvSpPr>
        <p:spPr>
          <a:xfrm>
            <a:off x="1511354" y="512055"/>
            <a:ext cx="2577481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8" dirty="0" smtClean="0">
                <a:solidFill>
                  <a:srgbClr val="7F7F7F"/>
                </a:solidFill>
                <a:latin typeface="Calibri" panose="020F0502020204030204" pitchFamily="34" charset="0"/>
              </a:rPr>
              <a:t>Nov 20 Submit revised version paper </a:t>
            </a:r>
            <a:r>
              <a:rPr lang="en-US" sz="1000" spc="-8" dirty="0" err="1" smtClean="0">
                <a:solidFill>
                  <a:srgbClr val="7F7F7F"/>
                </a:solidFill>
                <a:latin typeface="Calibri" panose="020F0502020204030204" pitchFamily="34" charset="0"/>
              </a:rPr>
              <a:t>Plos</a:t>
            </a:r>
            <a:r>
              <a:rPr lang="en-US" sz="1000" spc="-8" dirty="0" smtClean="0">
                <a:solidFill>
                  <a:srgbClr val="7F7F7F"/>
                </a:solidFill>
                <a:latin typeface="Calibri" panose="020F0502020204030204" pitchFamily="34" charset="0"/>
              </a:rPr>
              <a:t> One</a:t>
            </a:r>
            <a:endParaRPr lang="en-US" sz="1000" spc="-8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cxnSp>
        <p:nvCxnSpPr>
          <p:cNvPr id="8879" name="OTLSHAPE_M_a58f29487c0343c08abcf41913e40cae_Connector1"/>
          <p:cNvCxnSpPr/>
          <p:nvPr>
            <p:custDataLst>
              <p:tags r:id="rId27"/>
            </p:custDataLst>
          </p:nvPr>
        </p:nvCxnSpPr>
        <p:spPr>
          <a:xfrm>
            <a:off x="1327205" y="421576"/>
            <a:ext cx="0" cy="2493074"/>
          </a:xfrm>
          <a:prstGeom prst="line">
            <a:avLst/>
          </a:prstGeom>
          <a:ln w="9525" cap="flat" cmpd="sng" algn="ctr">
            <a:solidFill>
              <a:srgbClr val="0072B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85" name="OTLSHAPE_M_a58f29487c0343c08abcf41913e40cae_Shape"/>
          <p:cNvSpPr/>
          <p:nvPr>
            <p:custDataLst>
              <p:tags r:id="rId28"/>
            </p:custDataLst>
          </p:nvPr>
        </p:nvSpPr>
        <p:spPr>
          <a:xfrm rot="16200000">
            <a:off x="1352605" y="402042"/>
            <a:ext cx="165100" cy="165100"/>
          </a:xfrm>
          <a:prstGeom prst="flowChartMerge">
            <a:avLst/>
          </a:prstGeom>
          <a:solidFill>
            <a:srgbClr val="087FC3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86" name="OTLSHAPE_M_52743de8bb6d4044896f473898fe9da7_Title"/>
          <p:cNvSpPr txBox="1"/>
          <p:nvPr>
            <p:custDataLst>
              <p:tags r:id="rId29"/>
            </p:custDataLst>
          </p:nvPr>
        </p:nvSpPr>
        <p:spPr>
          <a:xfrm>
            <a:off x="3238399" y="782165"/>
            <a:ext cx="6350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 spc="-6" dirty="0" smtClean="0">
                <a:solidFill>
                  <a:srgbClr val="3B5998"/>
                </a:solidFill>
                <a:latin typeface="Calibri" panose="020F0502020204030204" pitchFamily="34" charset="0"/>
              </a:rPr>
              <a:t>Milestone </a:t>
            </a:r>
            <a:r>
              <a:rPr lang="en-US" sz="1000" b="1" spc="-6" dirty="0" smtClean="0">
                <a:solidFill>
                  <a:srgbClr val="3B5998"/>
                </a:solidFill>
                <a:latin typeface="Calibri" panose="020F0502020204030204" pitchFamily="34" charset="0"/>
              </a:rPr>
              <a:t>3</a:t>
            </a:r>
            <a:endParaRPr lang="en-US" sz="1000" b="1" spc="-6" dirty="0">
              <a:solidFill>
                <a:srgbClr val="3B5998"/>
              </a:solidFill>
              <a:latin typeface="Calibri" panose="020F0502020204030204" pitchFamily="34" charset="0"/>
            </a:endParaRPr>
          </a:p>
        </p:txBody>
      </p:sp>
      <p:sp>
        <p:nvSpPr>
          <p:cNvPr id="8887" name="OTLSHAPE_M_52743de8bb6d4044896f473898fe9da7_Date"/>
          <p:cNvSpPr txBox="1"/>
          <p:nvPr>
            <p:custDataLst>
              <p:tags r:id="rId30"/>
            </p:custDataLst>
          </p:nvPr>
        </p:nvSpPr>
        <p:spPr>
          <a:xfrm>
            <a:off x="3238398" y="937758"/>
            <a:ext cx="3222846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8" dirty="0" smtClean="0">
                <a:solidFill>
                  <a:srgbClr val="7F7F7F"/>
                </a:solidFill>
                <a:latin typeface="Calibri" panose="020F0502020204030204" pitchFamily="34" charset="0"/>
              </a:rPr>
              <a:t>Dec </a:t>
            </a:r>
            <a:r>
              <a:rPr lang="en-US" sz="1000" spc="-8" dirty="0" smtClean="0">
                <a:solidFill>
                  <a:srgbClr val="7F7F7F"/>
                </a:solidFill>
                <a:latin typeface="Calibri" panose="020F0502020204030204" pitchFamily="34" charset="0"/>
              </a:rPr>
              <a:t>25 </a:t>
            </a:r>
            <a:r>
              <a:rPr lang="en-US" sz="1000" spc="-8" dirty="0" smtClean="0">
                <a:solidFill>
                  <a:srgbClr val="7F7F7F"/>
                </a:solidFill>
                <a:latin typeface="Calibri" panose="020F0502020204030204" pitchFamily="34" charset="0"/>
              </a:rPr>
              <a:t>Submit paper to The Lancet</a:t>
            </a:r>
            <a:endParaRPr lang="en-US" sz="1000" spc="-8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888" name="OTLSHAPE_M_52743de8bb6d4044896f473898fe9da7_Shape"/>
          <p:cNvSpPr/>
          <p:nvPr>
            <p:custDataLst>
              <p:tags r:id="rId31"/>
            </p:custDataLst>
          </p:nvPr>
        </p:nvSpPr>
        <p:spPr>
          <a:xfrm rot="16200000">
            <a:off x="3805114" y="1581327"/>
            <a:ext cx="165100" cy="165100"/>
          </a:xfrm>
          <a:prstGeom prst="flowChartMerge">
            <a:avLst/>
          </a:prstGeom>
          <a:solidFill>
            <a:srgbClr val="92D05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89" name="OTLSHAPE_M_a54bc827b05146d18b559f618723e2b4_Title"/>
          <p:cNvSpPr txBox="1"/>
          <p:nvPr>
            <p:custDataLst>
              <p:tags r:id="rId32"/>
            </p:custDataLst>
          </p:nvPr>
        </p:nvSpPr>
        <p:spPr>
          <a:xfrm>
            <a:off x="3931276" y="1521249"/>
            <a:ext cx="6350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spc="-6" dirty="0" smtClean="0">
                <a:solidFill>
                  <a:srgbClr val="3B5998"/>
                </a:solidFill>
                <a:latin typeface="Calibri" panose="020F0502020204030204" pitchFamily="34" charset="0"/>
              </a:rPr>
              <a:t>Milestone 4</a:t>
            </a:r>
            <a:endParaRPr lang="en-US" sz="1000" b="1" spc="-6" dirty="0">
              <a:solidFill>
                <a:srgbClr val="3B5998"/>
              </a:solidFill>
              <a:latin typeface="Calibri" panose="020F0502020204030204" pitchFamily="34" charset="0"/>
            </a:endParaRPr>
          </a:p>
        </p:txBody>
      </p:sp>
      <p:sp>
        <p:nvSpPr>
          <p:cNvPr id="8890" name="OTLSHAPE_M_a54bc827b05146d18b559f618723e2b4_Date"/>
          <p:cNvSpPr txBox="1"/>
          <p:nvPr>
            <p:custDataLst>
              <p:tags r:id="rId33"/>
            </p:custDataLst>
          </p:nvPr>
        </p:nvSpPr>
        <p:spPr>
          <a:xfrm>
            <a:off x="3952320" y="1676842"/>
            <a:ext cx="4019075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6" dirty="0" smtClean="0">
                <a:solidFill>
                  <a:srgbClr val="7F7F7F"/>
                </a:solidFill>
                <a:latin typeface="Calibri" panose="020F0502020204030204" pitchFamily="34" charset="0"/>
              </a:rPr>
              <a:t>Jan 15 </a:t>
            </a:r>
            <a:r>
              <a:rPr lang="en-US" sz="1000" spc="-6" dirty="0">
                <a:solidFill>
                  <a:srgbClr val="7F7F7F"/>
                </a:solidFill>
                <a:latin typeface="Calibri" panose="020F0502020204030204" pitchFamily="34" charset="0"/>
              </a:rPr>
              <a:t>deadline Journal of Translational Engineering in Health and Medicine</a:t>
            </a:r>
          </a:p>
        </p:txBody>
      </p:sp>
      <p:sp>
        <p:nvSpPr>
          <p:cNvPr id="8640" name="OTLSHAPE_M_6a283b367375415b92b0e5fc4e16a0cc_Date" hidden="1"/>
          <p:cNvSpPr txBox="1"/>
          <p:nvPr>
            <p:custDataLst>
              <p:tags r:id="rId34"/>
            </p:custDataLst>
          </p:nvPr>
        </p:nvSpPr>
        <p:spPr>
          <a:xfrm>
            <a:off x="8013737" y="2439590"/>
            <a:ext cx="0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800" smtClean="0">
                <a:solidFill>
                  <a:srgbClr val="D1282E"/>
                </a:solidFill>
                <a:latin typeface="Calibri" panose="020F0502020204030204" pitchFamily="34" charset="0"/>
              </a:rPr>
              <a:t>Nov 7</a:t>
            </a:r>
            <a:endParaRPr lang="en-US" sz="800">
              <a:solidFill>
                <a:srgbClr val="D1282E"/>
              </a:solidFill>
              <a:latin typeface="Calibri" panose="020F0502020204030204" pitchFamily="34" charset="0"/>
            </a:endParaRPr>
          </a:p>
        </p:txBody>
      </p:sp>
      <p:sp>
        <p:nvSpPr>
          <p:cNvPr id="8645" name="OTLSHAPE_M_7b0996464ffd4cd3a3b383ab1ba22438_Date" hidden="1"/>
          <p:cNvSpPr txBox="1"/>
          <p:nvPr>
            <p:custDataLst>
              <p:tags r:id="rId35"/>
            </p:custDataLst>
          </p:nvPr>
        </p:nvSpPr>
        <p:spPr>
          <a:xfrm>
            <a:off x="9603759" y="2730664"/>
            <a:ext cx="0" cy="73866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800" smtClean="0">
                <a:solidFill>
                  <a:srgbClr val="D1282E"/>
                </a:solidFill>
                <a:latin typeface="Calibri" panose="020F0502020204030204" pitchFamily="34" charset="0"/>
              </a:rPr>
              <a:t>Dec 20</a:t>
            </a:r>
            <a:endParaRPr lang="en-US" sz="800">
              <a:solidFill>
                <a:srgbClr val="D1282E"/>
              </a:solidFill>
              <a:latin typeface="Calibri" panose="020F0502020204030204" pitchFamily="34" charset="0"/>
            </a:endParaRPr>
          </a:p>
        </p:txBody>
      </p:sp>
      <p:sp>
        <p:nvSpPr>
          <p:cNvPr id="8654" name="OTLSHAPE_T_7c518fb37f2142bb8e0445920d0403b5_Shape"/>
          <p:cNvSpPr/>
          <p:nvPr>
            <p:custDataLst>
              <p:tags r:id="rId36"/>
            </p:custDataLst>
          </p:nvPr>
        </p:nvSpPr>
        <p:spPr>
          <a:xfrm>
            <a:off x="1633197" y="3498850"/>
            <a:ext cx="304800" cy="203200"/>
          </a:xfrm>
          <a:prstGeom prst="roundRect">
            <a:avLst>
              <a:gd name="adj" fmla="val 100000"/>
            </a:avLst>
          </a:prstGeom>
          <a:solidFill>
            <a:srgbClr val="087FC3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56" name="OTLSHAPE_T_7c518fb37f2142bb8e0445920d0403b5_ShapePercentage" hidden="1"/>
          <p:cNvSpPr/>
          <p:nvPr>
            <p:custDataLst>
              <p:tags r:id="rId37"/>
            </p:custDataLst>
          </p:nvPr>
        </p:nvSpPr>
        <p:spPr>
          <a:xfrm>
            <a:off x="4131126" y="3498850"/>
            <a:ext cx="0" cy="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57" name="OTLSHAPE_T_7c518fb37f2142bb8e0445920d0403b5_Duration" hidden="1"/>
          <p:cNvSpPr txBox="1"/>
          <p:nvPr>
            <p:custDataLst>
              <p:tags r:id="rId38"/>
            </p:custDataLst>
          </p:nvPr>
        </p:nvSpPr>
        <p:spPr>
          <a:xfrm>
            <a:off x="0" y="3498850"/>
            <a:ext cx="330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mtClean="0">
                <a:solidFill>
                  <a:srgbClr val="C0504D"/>
                </a:solidFill>
                <a:latin typeface="Calibri" panose="020F0502020204030204" pitchFamily="34" charset="0"/>
              </a:rPr>
              <a:t>5 days</a:t>
            </a:r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659" name="OTLSHAPE_T_7c518fb37f2142bb8e0445920d0403b5_TextPercentage" hidden="1"/>
          <p:cNvSpPr txBox="1"/>
          <p:nvPr>
            <p:custDataLst>
              <p:tags r:id="rId39"/>
            </p:custDataLst>
          </p:nvPr>
        </p:nvSpPr>
        <p:spPr>
          <a:xfrm>
            <a:off x="0" y="36538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661" name="OTLSHAPE_T_7c518fb37f2142bb8e0445920d0403b5_StartDate" hidden="1"/>
          <p:cNvSpPr txBox="1"/>
          <p:nvPr>
            <p:custDataLst>
              <p:tags r:id="rId40"/>
            </p:custDataLst>
          </p:nvPr>
        </p:nvSpPr>
        <p:spPr>
          <a:xfrm>
            <a:off x="0" y="36538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662" name="OTLSHAPE_T_7c518fb37f2142bb8e0445920d0403b5_EndDate" hidden="1"/>
          <p:cNvSpPr txBox="1"/>
          <p:nvPr>
            <p:custDataLst>
              <p:tags r:id="rId41"/>
            </p:custDataLst>
          </p:nvPr>
        </p:nvSpPr>
        <p:spPr>
          <a:xfrm>
            <a:off x="0" y="36538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663" name="OTLSHAPE_T_7c518fb37f2142bb8e0445920d0403b5_Title"/>
          <p:cNvSpPr txBox="1"/>
          <p:nvPr>
            <p:custDataLst>
              <p:tags r:id="rId42"/>
            </p:custDataLst>
          </p:nvPr>
        </p:nvSpPr>
        <p:spPr>
          <a:xfrm>
            <a:off x="981306" y="3522938"/>
            <a:ext cx="609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 b="1" spc="-8" dirty="0" smtClean="0">
                <a:solidFill>
                  <a:srgbClr val="0070C0"/>
                </a:solidFill>
                <a:latin typeface="Calibri" panose="020F0502020204030204" pitchFamily="34" charset="0"/>
              </a:rPr>
              <a:t>Task 1</a:t>
            </a:r>
            <a:endParaRPr lang="en-US" sz="1000" b="1" spc="-8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8664" name="OTLSHAPE_T_7c518fb37f2142bb8e0445920d0403b5_JoinedDate"/>
          <p:cNvSpPr txBox="1"/>
          <p:nvPr>
            <p:custDataLst>
              <p:tags r:id="rId43"/>
            </p:custDataLst>
          </p:nvPr>
        </p:nvSpPr>
        <p:spPr>
          <a:xfrm>
            <a:off x="1979814" y="3523506"/>
            <a:ext cx="2676092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 dirty="0" smtClean="0">
                <a:solidFill>
                  <a:srgbClr val="7F7F7F"/>
                </a:solidFill>
                <a:latin typeface="Calibri" panose="020F0502020204030204" pitchFamily="34" charset="0"/>
              </a:rPr>
              <a:t>Nov 20 - Revision complete, just submit the paper</a:t>
            </a:r>
            <a:endParaRPr lang="en-US" sz="1000" spc="-4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666" name="OTLSHAPE_T_be3ae38f60b3402d8a13f1e91eec41f5_Shape"/>
          <p:cNvSpPr/>
          <p:nvPr>
            <p:custDataLst>
              <p:tags r:id="rId44"/>
            </p:custDataLst>
          </p:nvPr>
        </p:nvSpPr>
        <p:spPr>
          <a:xfrm>
            <a:off x="2471865" y="3765550"/>
            <a:ext cx="889000" cy="203200"/>
          </a:xfrm>
          <a:prstGeom prst="roundRect">
            <a:avLst>
              <a:gd name="adj" fmla="val 100000"/>
            </a:avLst>
          </a:prstGeom>
          <a:solidFill>
            <a:srgbClr val="D24726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67" name="OTLSHAPE_T_be3ae38f60b3402d8a13f1e91eec41f5_ShapePercentage" hidden="1"/>
          <p:cNvSpPr/>
          <p:nvPr>
            <p:custDataLst>
              <p:tags r:id="rId45"/>
            </p:custDataLst>
          </p:nvPr>
        </p:nvSpPr>
        <p:spPr>
          <a:xfrm>
            <a:off x="4907648" y="3765550"/>
            <a:ext cx="0" cy="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68" name="OTLSHAPE_T_be3ae38f60b3402d8a13f1e91eec41f5_Duration" hidden="1"/>
          <p:cNvSpPr txBox="1"/>
          <p:nvPr>
            <p:custDataLst>
              <p:tags r:id="rId46"/>
            </p:custDataLst>
          </p:nvPr>
        </p:nvSpPr>
        <p:spPr>
          <a:xfrm>
            <a:off x="0" y="3765550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mtClean="0">
                <a:solidFill>
                  <a:srgbClr val="C0504D"/>
                </a:solidFill>
                <a:latin typeface="Calibri" panose="020F0502020204030204" pitchFamily="34" charset="0"/>
              </a:rPr>
              <a:t>16 days</a:t>
            </a:r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669" name="OTLSHAPE_T_be3ae38f60b3402d8a13f1e91eec41f5_TextPercentage" hidden="1"/>
          <p:cNvSpPr txBox="1"/>
          <p:nvPr>
            <p:custDataLst>
              <p:tags r:id="rId47"/>
            </p:custDataLst>
          </p:nvPr>
        </p:nvSpPr>
        <p:spPr>
          <a:xfrm>
            <a:off x="0" y="39205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671" name="OTLSHAPE_T_be3ae38f60b3402d8a13f1e91eec41f5_StartDate" hidden="1"/>
          <p:cNvSpPr txBox="1"/>
          <p:nvPr>
            <p:custDataLst>
              <p:tags r:id="rId48"/>
            </p:custDataLst>
          </p:nvPr>
        </p:nvSpPr>
        <p:spPr>
          <a:xfrm>
            <a:off x="0" y="39205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672" name="OTLSHAPE_T_be3ae38f60b3402d8a13f1e91eec41f5_EndDate" hidden="1"/>
          <p:cNvSpPr txBox="1"/>
          <p:nvPr>
            <p:custDataLst>
              <p:tags r:id="rId49"/>
            </p:custDataLst>
          </p:nvPr>
        </p:nvSpPr>
        <p:spPr>
          <a:xfrm>
            <a:off x="0" y="39205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673" name="OTLSHAPE_T_be3ae38f60b3402d8a13f1e91eec41f5_Title"/>
          <p:cNvSpPr txBox="1"/>
          <p:nvPr>
            <p:custDataLst>
              <p:tags r:id="rId50"/>
            </p:custDataLst>
          </p:nvPr>
        </p:nvSpPr>
        <p:spPr>
          <a:xfrm>
            <a:off x="1819974" y="3789638"/>
            <a:ext cx="609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 b="1" spc="-8" dirty="0" smtClean="0">
                <a:solidFill>
                  <a:srgbClr val="D24726"/>
                </a:solidFill>
                <a:latin typeface="Calibri" panose="020F0502020204030204" pitchFamily="34" charset="0"/>
              </a:rPr>
              <a:t>Task 2</a:t>
            </a:r>
            <a:endParaRPr lang="en-US" sz="1000" b="1" spc="-8" dirty="0">
              <a:solidFill>
                <a:srgbClr val="D24726"/>
              </a:solidFill>
              <a:latin typeface="Calibri" panose="020F0502020204030204" pitchFamily="34" charset="0"/>
            </a:endParaRPr>
          </a:p>
        </p:txBody>
      </p:sp>
      <p:sp>
        <p:nvSpPr>
          <p:cNvPr id="8674" name="OTLSHAPE_T_be3ae38f60b3402d8a13f1e91eec41f5_JoinedDate"/>
          <p:cNvSpPr txBox="1"/>
          <p:nvPr>
            <p:custDataLst>
              <p:tags r:id="rId51"/>
            </p:custDataLst>
          </p:nvPr>
        </p:nvSpPr>
        <p:spPr>
          <a:xfrm>
            <a:off x="3410118" y="3790206"/>
            <a:ext cx="4423835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 dirty="0" smtClean="0">
                <a:solidFill>
                  <a:srgbClr val="7F7F7F"/>
                </a:solidFill>
                <a:latin typeface="Calibri" panose="020F0502020204030204" pitchFamily="34" charset="0"/>
              </a:rPr>
              <a:t>Nov 19 – Nov 25 Modify the manuscript according to co-authors comment</a:t>
            </a:r>
            <a:endParaRPr lang="en-US" sz="1000" spc="-4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675" name="OTLSHAPE_T_9aa183d65df24b0c8fecd0a002471583_Shape"/>
          <p:cNvSpPr/>
          <p:nvPr>
            <p:custDataLst>
              <p:tags r:id="rId52"/>
            </p:custDataLst>
          </p:nvPr>
        </p:nvSpPr>
        <p:spPr>
          <a:xfrm>
            <a:off x="2471865" y="4032250"/>
            <a:ext cx="1257300" cy="203200"/>
          </a:xfrm>
          <a:prstGeom prst="roundRect">
            <a:avLst>
              <a:gd name="adj" fmla="val 100000"/>
            </a:avLst>
          </a:prstGeom>
          <a:solidFill>
            <a:srgbClr val="D24726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77" name="OTLSHAPE_T_9aa183d65df24b0c8fecd0a002471583_ShapePercentage" hidden="1"/>
          <p:cNvSpPr/>
          <p:nvPr>
            <p:custDataLst>
              <p:tags r:id="rId53"/>
            </p:custDataLst>
          </p:nvPr>
        </p:nvSpPr>
        <p:spPr>
          <a:xfrm>
            <a:off x="4907648" y="4032250"/>
            <a:ext cx="0" cy="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78" name="OTLSHAPE_T_9aa183d65df24b0c8fecd0a002471583_Duration" hidden="1"/>
          <p:cNvSpPr txBox="1"/>
          <p:nvPr>
            <p:custDataLst>
              <p:tags r:id="rId54"/>
            </p:custDataLst>
          </p:nvPr>
        </p:nvSpPr>
        <p:spPr>
          <a:xfrm>
            <a:off x="0" y="4032250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mtClean="0">
                <a:solidFill>
                  <a:srgbClr val="C0504D"/>
                </a:solidFill>
                <a:latin typeface="Calibri" panose="020F0502020204030204" pitchFamily="34" charset="0"/>
              </a:rPr>
              <a:t>24 days</a:t>
            </a:r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679" name="OTLSHAPE_T_9aa183d65df24b0c8fecd0a002471583_TextPercentage" hidden="1"/>
          <p:cNvSpPr txBox="1"/>
          <p:nvPr>
            <p:custDataLst>
              <p:tags r:id="rId55"/>
            </p:custDataLst>
          </p:nvPr>
        </p:nvSpPr>
        <p:spPr>
          <a:xfrm>
            <a:off x="0" y="41872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680" name="OTLSHAPE_T_9aa183d65df24b0c8fecd0a002471583_StartDate" hidden="1"/>
          <p:cNvSpPr txBox="1"/>
          <p:nvPr>
            <p:custDataLst>
              <p:tags r:id="rId56"/>
            </p:custDataLst>
          </p:nvPr>
        </p:nvSpPr>
        <p:spPr>
          <a:xfrm>
            <a:off x="0" y="41872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681" name="OTLSHAPE_T_9aa183d65df24b0c8fecd0a002471583_EndDate" hidden="1"/>
          <p:cNvSpPr txBox="1"/>
          <p:nvPr>
            <p:custDataLst>
              <p:tags r:id="rId57"/>
            </p:custDataLst>
          </p:nvPr>
        </p:nvSpPr>
        <p:spPr>
          <a:xfrm>
            <a:off x="0" y="41872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683" name="OTLSHAPE_T_9aa183d65df24b0c8fecd0a002471583_Title"/>
          <p:cNvSpPr txBox="1"/>
          <p:nvPr>
            <p:custDataLst>
              <p:tags r:id="rId58"/>
            </p:custDataLst>
          </p:nvPr>
        </p:nvSpPr>
        <p:spPr>
          <a:xfrm>
            <a:off x="1819974" y="4056338"/>
            <a:ext cx="609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 b="1" spc="-8" dirty="0" smtClean="0">
                <a:solidFill>
                  <a:srgbClr val="D24726"/>
                </a:solidFill>
                <a:latin typeface="Calibri" panose="020F0502020204030204" pitchFamily="34" charset="0"/>
              </a:rPr>
              <a:t>Task 3</a:t>
            </a:r>
            <a:endParaRPr lang="en-US" sz="1000" b="1" spc="-8" dirty="0">
              <a:solidFill>
                <a:srgbClr val="D24726"/>
              </a:solidFill>
              <a:latin typeface="Calibri" panose="020F0502020204030204" pitchFamily="34" charset="0"/>
            </a:endParaRPr>
          </a:p>
        </p:txBody>
      </p:sp>
      <p:sp>
        <p:nvSpPr>
          <p:cNvPr id="8684" name="OTLSHAPE_T_9aa183d65df24b0c8fecd0a002471583_JoinedDate"/>
          <p:cNvSpPr txBox="1"/>
          <p:nvPr>
            <p:custDataLst>
              <p:tags r:id="rId59"/>
            </p:custDataLst>
          </p:nvPr>
        </p:nvSpPr>
        <p:spPr>
          <a:xfrm>
            <a:off x="3779890" y="4056906"/>
            <a:ext cx="3831811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 dirty="0">
                <a:solidFill>
                  <a:srgbClr val="7F7F7F"/>
                </a:solidFill>
                <a:latin typeface="Calibri" panose="020F0502020204030204" pitchFamily="34" charset="0"/>
              </a:rPr>
              <a:t>Nov </a:t>
            </a:r>
            <a:r>
              <a:rPr lang="en-US" sz="1000" spc="-4" dirty="0" smtClean="0">
                <a:solidFill>
                  <a:srgbClr val="7F7F7F"/>
                </a:solidFill>
                <a:latin typeface="Calibri" panose="020F0502020204030204" pitchFamily="34" charset="0"/>
              </a:rPr>
              <a:t>25 Send paper to Bert and Martijn Spruit for final read</a:t>
            </a:r>
            <a:endParaRPr lang="en-US" sz="1000" spc="-4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685" name="OTLSHAPE_T_06a6a20021ea4acdac20b41f7b37b0dd_Shape"/>
          <p:cNvSpPr/>
          <p:nvPr>
            <p:custDataLst>
              <p:tags r:id="rId60"/>
            </p:custDataLst>
          </p:nvPr>
        </p:nvSpPr>
        <p:spPr>
          <a:xfrm>
            <a:off x="2471865" y="4298950"/>
            <a:ext cx="1738354" cy="179113"/>
          </a:xfrm>
          <a:prstGeom prst="roundRect">
            <a:avLst>
              <a:gd name="adj" fmla="val 100000"/>
            </a:avLst>
          </a:prstGeom>
          <a:solidFill>
            <a:srgbClr val="D24726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86" name="OTLSHAPE_T_06a6a20021ea4acdac20b41f7b37b0dd_ShapePercentage" hidden="1"/>
          <p:cNvSpPr/>
          <p:nvPr>
            <p:custDataLst>
              <p:tags r:id="rId61"/>
            </p:custDataLst>
          </p:nvPr>
        </p:nvSpPr>
        <p:spPr>
          <a:xfrm>
            <a:off x="5795102" y="4298950"/>
            <a:ext cx="0" cy="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87" name="OTLSHAPE_T_06a6a20021ea4acdac20b41f7b37b0dd_Duration" hidden="1"/>
          <p:cNvSpPr txBox="1"/>
          <p:nvPr>
            <p:custDataLst>
              <p:tags r:id="rId62"/>
            </p:custDataLst>
          </p:nvPr>
        </p:nvSpPr>
        <p:spPr>
          <a:xfrm>
            <a:off x="0" y="4298950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mtClean="0">
                <a:solidFill>
                  <a:srgbClr val="C0504D"/>
                </a:solidFill>
                <a:latin typeface="Calibri" panose="020F0502020204030204" pitchFamily="34" charset="0"/>
              </a:rPr>
              <a:t>17 days</a:t>
            </a:r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688" name="OTLSHAPE_T_06a6a20021ea4acdac20b41f7b37b0dd_TextPercentage" hidden="1"/>
          <p:cNvSpPr txBox="1"/>
          <p:nvPr>
            <p:custDataLst>
              <p:tags r:id="rId63"/>
            </p:custDataLst>
          </p:nvPr>
        </p:nvSpPr>
        <p:spPr>
          <a:xfrm>
            <a:off x="0" y="44539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689" name="OTLSHAPE_T_06a6a20021ea4acdac20b41f7b37b0dd_StartDate" hidden="1"/>
          <p:cNvSpPr txBox="1"/>
          <p:nvPr>
            <p:custDataLst>
              <p:tags r:id="rId64"/>
            </p:custDataLst>
          </p:nvPr>
        </p:nvSpPr>
        <p:spPr>
          <a:xfrm>
            <a:off x="0" y="44539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690" name="OTLSHAPE_T_06a6a20021ea4acdac20b41f7b37b0dd_EndDate" hidden="1"/>
          <p:cNvSpPr txBox="1"/>
          <p:nvPr>
            <p:custDataLst>
              <p:tags r:id="rId65"/>
            </p:custDataLst>
          </p:nvPr>
        </p:nvSpPr>
        <p:spPr>
          <a:xfrm>
            <a:off x="0" y="44539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692" name="OTLSHAPE_T_06a6a20021ea4acdac20b41f7b37b0dd_Title"/>
          <p:cNvSpPr txBox="1"/>
          <p:nvPr>
            <p:custDataLst>
              <p:tags r:id="rId66"/>
            </p:custDataLst>
          </p:nvPr>
        </p:nvSpPr>
        <p:spPr>
          <a:xfrm>
            <a:off x="1819893" y="4323038"/>
            <a:ext cx="609600" cy="15502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 b="1" spc="-8" dirty="0" smtClean="0">
                <a:solidFill>
                  <a:srgbClr val="D24726"/>
                </a:solidFill>
                <a:latin typeface="Calibri" panose="020F0502020204030204" pitchFamily="34" charset="0"/>
              </a:rPr>
              <a:t>Task 4</a:t>
            </a:r>
            <a:endParaRPr lang="en-US" sz="1000" b="1" spc="-8" dirty="0">
              <a:solidFill>
                <a:srgbClr val="D24726"/>
              </a:solidFill>
              <a:latin typeface="Calibri" panose="020F0502020204030204" pitchFamily="34" charset="0"/>
            </a:endParaRPr>
          </a:p>
        </p:txBody>
      </p:sp>
      <p:sp>
        <p:nvSpPr>
          <p:cNvPr id="8693" name="OTLSHAPE_T_06a6a20021ea4acdac20b41f7b37b0dd_JoinedDate"/>
          <p:cNvSpPr txBox="1"/>
          <p:nvPr>
            <p:custDataLst>
              <p:tags r:id="rId67"/>
            </p:custDataLst>
          </p:nvPr>
        </p:nvSpPr>
        <p:spPr>
          <a:xfrm>
            <a:off x="4260595" y="4323606"/>
            <a:ext cx="3084115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 dirty="0" smtClean="0">
                <a:solidFill>
                  <a:srgbClr val="7F7F7F"/>
                </a:solidFill>
                <a:latin typeface="Calibri" panose="020F0502020204030204" pitchFamily="34" charset="0"/>
              </a:rPr>
              <a:t>Dec </a:t>
            </a:r>
            <a:r>
              <a:rPr lang="en-US" sz="1000" spc="-4" dirty="0" smtClean="0">
                <a:solidFill>
                  <a:srgbClr val="7F7F7F"/>
                </a:solidFill>
                <a:latin typeface="Calibri" panose="020F0502020204030204" pitchFamily="34" charset="0"/>
              </a:rPr>
              <a:t>25 </a:t>
            </a:r>
            <a:r>
              <a:rPr lang="en-US" sz="1000" spc="-4" dirty="0" smtClean="0">
                <a:solidFill>
                  <a:srgbClr val="7F7F7F"/>
                </a:solidFill>
                <a:latin typeface="Calibri" panose="020F0502020204030204" pitchFamily="34" charset="0"/>
              </a:rPr>
              <a:t>Submit paper The Lancet</a:t>
            </a:r>
            <a:endParaRPr lang="en-US" sz="1000" spc="-4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694" name="OTLSHAPE_T_e6f5c918bdd649a1ac919cf22468a23b_Shape"/>
          <p:cNvSpPr/>
          <p:nvPr>
            <p:custDataLst>
              <p:tags r:id="rId68"/>
            </p:custDataLst>
          </p:nvPr>
        </p:nvSpPr>
        <p:spPr>
          <a:xfrm>
            <a:off x="4152046" y="4565650"/>
            <a:ext cx="1295400" cy="203200"/>
          </a:xfrm>
          <a:prstGeom prst="roundRect">
            <a:avLst>
              <a:gd name="adj" fmla="val 100000"/>
            </a:avLst>
          </a:prstGeom>
          <a:solidFill>
            <a:srgbClr val="62B57B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95" name="OTLSHAPE_T_e6f5c918bdd649a1ac919cf22468a23b_ShapePercentage" hidden="1"/>
          <p:cNvSpPr/>
          <p:nvPr>
            <p:custDataLst>
              <p:tags r:id="rId69"/>
            </p:custDataLst>
          </p:nvPr>
        </p:nvSpPr>
        <p:spPr>
          <a:xfrm>
            <a:off x="6756511" y="4565650"/>
            <a:ext cx="0" cy="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96" name="OTLSHAPE_T_e6f5c918bdd649a1ac919cf22468a23b_Duration" hidden="1"/>
          <p:cNvSpPr txBox="1"/>
          <p:nvPr>
            <p:custDataLst>
              <p:tags r:id="rId70"/>
            </p:custDataLst>
          </p:nvPr>
        </p:nvSpPr>
        <p:spPr>
          <a:xfrm>
            <a:off x="0" y="4565650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mtClean="0">
                <a:solidFill>
                  <a:srgbClr val="C0504D"/>
                </a:solidFill>
                <a:latin typeface="Calibri" panose="020F0502020204030204" pitchFamily="34" charset="0"/>
              </a:rPr>
              <a:t>25 days</a:t>
            </a:r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698" name="OTLSHAPE_T_e6f5c918bdd649a1ac919cf22468a23b_TextPercentage" hidden="1"/>
          <p:cNvSpPr txBox="1"/>
          <p:nvPr>
            <p:custDataLst>
              <p:tags r:id="rId71"/>
            </p:custDataLst>
          </p:nvPr>
        </p:nvSpPr>
        <p:spPr>
          <a:xfrm>
            <a:off x="0" y="47206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699" name="OTLSHAPE_T_e6f5c918bdd649a1ac919cf22468a23b_StartDate" hidden="1"/>
          <p:cNvSpPr txBox="1"/>
          <p:nvPr>
            <p:custDataLst>
              <p:tags r:id="rId72"/>
            </p:custDataLst>
          </p:nvPr>
        </p:nvSpPr>
        <p:spPr>
          <a:xfrm>
            <a:off x="0" y="47206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700" name="OTLSHAPE_T_e6f5c918bdd649a1ac919cf22468a23b_EndDate" hidden="1"/>
          <p:cNvSpPr txBox="1"/>
          <p:nvPr>
            <p:custDataLst>
              <p:tags r:id="rId73"/>
            </p:custDataLst>
          </p:nvPr>
        </p:nvSpPr>
        <p:spPr>
          <a:xfrm>
            <a:off x="0" y="47206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8702" name="OTLSHAPE_T_e6f5c918bdd649a1ac919cf22468a23b_Title"/>
          <p:cNvSpPr txBox="1"/>
          <p:nvPr>
            <p:custDataLst>
              <p:tags r:id="rId74"/>
            </p:custDataLst>
          </p:nvPr>
        </p:nvSpPr>
        <p:spPr>
          <a:xfrm>
            <a:off x="3500155" y="4589738"/>
            <a:ext cx="609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 b="1" spc="-8" dirty="0" smtClean="0">
                <a:solidFill>
                  <a:srgbClr val="489A61"/>
                </a:solidFill>
                <a:latin typeface="Calibri" panose="020F0502020204030204" pitchFamily="34" charset="0"/>
              </a:rPr>
              <a:t>Task 5</a:t>
            </a:r>
            <a:endParaRPr lang="en-US" sz="1000" b="1" spc="-8" dirty="0">
              <a:solidFill>
                <a:srgbClr val="489A61"/>
              </a:solidFill>
              <a:latin typeface="Calibri" panose="020F0502020204030204" pitchFamily="34" charset="0"/>
            </a:endParaRPr>
          </a:p>
        </p:txBody>
      </p:sp>
      <p:sp>
        <p:nvSpPr>
          <p:cNvPr id="8703" name="OTLSHAPE_T_e6f5c918bdd649a1ac919cf22468a23b_JoinedDate"/>
          <p:cNvSpPr txBox="1"/>
          <p:nvPr>
            <p:custDataLst>
              <p:tags r:id="rId75"/>
            </p:custDataLst>
          </p:nvPr>
        </p:nvSpPr>
        <p:spPr>
          <a:xfrm>
            <a:off x="5940949" y="4590306"/>
            <a:ext cx="3262446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 dirty="0" smtClean="0">
                <a:solidFill>
                  <a:srgbClr val="7F7F7F"/>
                </a:solidFill>
                <a:latin typeface="Calibri" panose="020F0502020204030204" pitchFamily="34" charset="0"/>
              </a:rPr>
              <a:t>Nov 19 - Nov 30 finalizing results</a:t>
            </a:r>
            <a:endParaRPr lang="en-US" sz="1000" spc="-4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cxnSp>
        <p:nvCxnSpPr>
          <p:cNvPr id="90" name="OTLSHAPE_M_52743de8bb6d4044896f473898fe9da7_Connector1_"/>
          <p:cNvCxnSpPr/>
          <p:nvPr>
            <p:custDataLst>
              <p:tags r:id="rId76"/>
            </p:custDataLst>
          </p:nvPr>
        </p:nvCxnSpPr>
        <p:spPr>
          <a:xfrm flipH="1">
            <a:off x="3038938" y="859677"/>
            <a:ext cx="4095" cy="2044305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TLSHAPE_M_52743de8bb6d4044896f473898fe9da7_Shape_"/>
          <p:cNvSpPr/>
          <p:nvPr>
            <p:custDataLst>
              <p:tags r:id="rId77"/>
            </p:custDataLst>
          </p:nvPr>
        </p:nvSpPr>
        <p:spPr>
          <a:xfrm rot="16200000">
            <a:off x="3082268" y="843972"/>
            <a:ext cx="165100" cy="165100"/>
          </a:xfrm>
          <a:prstGeom prst="flowChartMerge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TLSHAPE_T_e6f5c918bdd649a1ac919cf22468a23b_Shape_"/>
          <p:cNvSpPr/>
          <p:nvPr>
            <p:custDataLst>
              <p:tags r:id="rId78"/>
            </p:custDataLst>
          </p:nvPr>
        </p:nvSpPr>
        <p:spPr>
          <a:xfrm>
            <a:off x="4152041" y="4816665"/>
            <a:ext cx="1679282" cy="203200"/>
          </a:xfrm>
          <a:prstGeom prst="roundRect">
            <a:avLst>
              <a:gd name="adj" fmla="val 100000"/>
            </a:avLst>
          </a:prstGeom>
          <a:solidFill>
            <a:srgbClr val="62B57B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TLSHAPE_T_e6f5c918bdd649a1ac919cf22468a23b_Title_"/>
          <p:cNvSpPr txBox="1"/>
          <p:nvPr>
            <p:custDataLst>
              <p:tags r:id="rId79"/>
            </p:custDataLst>
          </p:nvPr>
        </p:nvSpPr>
        <p:spPr>
          <a:xfrm>
            <a:off x="3500150" y="4840753"/>
            <a:ext cx="609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 b="1" spc="-8" dirty="0" smtClean="0">
                <a:solidFill>
                  <a:srgbClr val="489A61"/>
                </a:solidFill>
                <a:latin typeface="Calibri" panose="020F0502020204030204" pitchFamily="34" charset="0"/>
              </a:rPr>
              <a:t>Task 6</a:t>
            </a:r>
            <a:endParaRPr lang="en-US" sz="1000" b="1" spc="-8" dirty="0">
              <a:solidFill>
                <a:srgbClr val="489A61"/>
              </a:solidFill>
              <a:latin typeface="Calibri" panose="020F0502020204030204" pitchFamily="34" charset="0"/>
            </a:endParaRPr>
          </a:p>
        </p:txBody>
      </p:sp>
      <p:sp>
        <p:nvSpPr>
          <p:cNvPr id="105" name="OTLSHAPE_T_e6f5c918bdd649a1ac919cf22468a23b_JoinedDate_"/>
          <p:cNvSpPr txBox="1"/>
          <p:nvPr>
            <p:custDataLst>
              <p:tags r:id="rId80"/>
            </p:custDataLst>
          </p:nvPr>
        </p:nvSpPr>
        <p:spPr>
          <a:xfrm>
            <a:off x="6344369" y="4841321"/>
            <a:ext cx="3262446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 dirty="0" smtClean="0">
                <a:solidFill>
                  <a:srgbClr val="7F7F7F"/>
                </a:solidFill>
                <a:latin typeface="Calibri" panose="020F0502020204030204" pitchFamily="34" charset="0"/>
              </a:rPr>
              <a:t>Nov 30 – Dec 12 write paper</a:t>
            </a:r>
            <a:endParaRPr lang="en-US" sz="1000" spc="-4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106" name="OTLSHAPE_T_e6f5c918bdd649a1ac919cf22468a23b_Shape__"/>
          <p:cNvSpPr/>
          <p:nvPr>
            <p:custDataLst>
              <p:tags r:id="rId81"/>
            </p:custDataLst>
          </p:nvPr>
        </p:nvSpPr>
        <p:spPr>
          <a:xfrm>
            <a:off x="4143070" y="5058715"/>
            <a:ext cx="2153655" cy="203200"/>
          </a:xfrm>
          <a:prstGeom prst="roundRect">
            <a:avLst>
              <a:gd name="adj" fmla="val 100000"/>
            </a:avLst>
          </a:prstGeom>
          <a:solidFill>
            <a:srgbClr val="62B57B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TLSHAPE_T_e6f5c918bdd649a1ac919cf22468a23b_Title__"/>
          <p:cNvSpPr txBox="1"/>
          <p:nvPr>
            <p:custDataLst>
              <p:tags r:id="rId82"/>
            </p:custDataLst>
          </p:nvPr>
        </p:nvSpPr>
        <p:spPr>
          <a:xfrm>
            <a:off x="3491180" y="5082803"/>
            <a:ext cx="609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 b="1" spc="-8" dirty="0" smtClean="0">
                <a:solidFill>
                  <a:srgbClr val="489A61"/>
                </a:solidFill>
                <a:latin typeface="Calibri" panose="020F0502020204030204" pitchFamily="34" charset="0"/>
              </a:rPr>
              <a:t>Task 7</a:t>
            </a:r>
            <a:endParaRPr lang="en-US" sz="1000" b="1" spc="-8" dirty="0">
              <a:solidFill>
                <a:srgbClr val="489A61"/>
              </a:solidFill>
              <a:latin typeface="Calibri" panose="020F0502020204030204" pitchFamily="34" charset="0"/>
            </a:endParaRPr>
          </a:p>
        </p:txBody>
      </p:sp>
      <p:sp>
        <p:nvSpPr>
          <p:cNvPr id="108" name="OTLSHAPE_T_e6f5c918bdd649a1ac919cf22468a23b_JoinedDate__"/>
          <p:cNvSpPr txBox="1"/>
          <p:nvPr>
            <p:custDataLst>
              <p:tags r:id="rId83"/>
            </p:custDataLst>
          </p:nvPr>
        </p:nvSpPr>
        <p:spPr>
          <a:xfrm>
            <a:off x="6783649" y="5083371"/>
            <a:ext cx="3262446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 dirty="0" smtClean="0">
                <a:solidFill>
                  <a:srgbClr val="7F7F7F"/>
                </a:solidFill>
                <a:latin typeface="Calibri" panose="020F0502020204030204" pitchFamily="34" charset="0"/>
              </a:rPr>
              <a:t>Dec 12 send paper to co-authors</a:t>
            </a:r>
            <a:endParaRPr lang="en-US" sz="1000" spc="-4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110" name="OTLSHAPE_M_a54bc827b05146d18b559f618723e2b4_Date_"/>
          <p:cNvSpPr txBox="1"/>
          <p:nvPr>
            <p:custDataLst>
              <p:tags r:id="rId84"/>
            </p:custDataLst>
          </p:nvPr>
        </p:nvSpPr>
        <p:spPr>
          <a:xfrm>
            <a:off x="2911883" y="2324368"/>
            <a:ext cx="873059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6" dirty="0" smtClean="0">
                <a:solidFill>
                  <a:srgbClr val="D24726"/>
                </a:solidFill>
                <a:latin typeface="Calibri" panose="020F0502020204030204" pitchFamily="34" charset="0"/>
              </a:rPr>
              <a:t>End of contract with TU/e</a:t>
            </a:r>
            <a:endParaRPr lang="en-US" sz="1000" spc="-6" dirty="0">
              <a:solidFill>
                <a:srgbClr val="D24726"/>
              </a:solidFill>
              <a:latin typeface="Calibri" panose="020F0502020204030204" pitchFamily="34" charset="0"/>
            </a:endParaRPr>
          </a:p>
        </p:txBody>
      </p:sp>
      <p:cxnSp>
        <p:nvCxnSpPr>
          <p:cNvPr id="111" name="OTLSHAPE_M_52743de8bb6d4044896f473898fe9da7_Connector1__"/>
          <p:cNvCxnSpPr/>
          <p:nvPr>
            <p:custDataLst>
              <p:tags r:id="rId85"/>
            </p:custDataLst>
          </p:nvPr>
        </p:nvCxnSpPr>
        <p:spPr>
          <a:xfrm>
            <a:off x="2768396" y="1238431"/>
            <a:ext cx="0" cy="1676219"/>
          </a:xfrm>
          <a:prstGeom prst="line">
            <a:avLst/>
          </a:prstGeom>
          <a:ln w="9525" cap="flat" cmpd="sng" algn="ctr">
            <a:solidFill>
              <a:schemeClr val="accent5">
                <a:lumMod val="40000"/>
                <a:lumOff val="6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OTLSHAPE_M_52743de8bb6d4044896f473898fe9da7_Shape__"/>
          <p:cNvSpPr/>
          <p:nvPr>
            <p:custDataLst>
              <p:tags r:id="rId86"/>
            </p:custDataLst>
          </p:nvPr>
        </p:nvSpPr>
        <p:spPr>
          <a:xfrm rot="16200000">
            <a:off x="2793796" y="1238431"/>
            <a:ext cx="165100" cy="165100"/>
          </a:xfrm>
          <a:prstGeom prst="flowChartMerge">
            <a:avLst/>
          </a:prstGeom>
          <a:solidFill>
            <a:schemeClr val="accent5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TLSHAPE_M_a54bc827b05146d18b559f618723e2b4_Title_"/>
          <p:cNvSpPr txBox="1"/>
          <p:nvPr>
            <p:custDataLst>
              <p:tags r:id="rId87"/>
            </p:custDataLst>
          </p:nvPr>
        </p:nvSpPr>
        <p:spPr>
          <a:xfrm>
            <a:off x="2919958" y="1178353"/>
            <a:ext cx="6350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spc="-6" dirty="0" smtClean="0">
                <a:solidFill>
                  <a:srgbClr val="3B5998"/>
                </a:solidFill>
                <a:latin typeface="Calibri" panose="020F0502020204030204" pitchFamily="34" charset="0"/>
              </a:rPr>
              <a:t>Milestone </a:t>
            </a:r>
            <a:r>
              <a:rPr lang="en-US" sz="1000" b="1" spc="-6" dirty="0" smtClean="0">
                <a:solidFill>
                  <a:srgbClr val="3B5998"/>
                </a:solidFill>
                <a:latin typeface="Calibri" panose="020F0502020204030204" pitchFamily="34" charset="0"/>
              </a:rPr>
              <a:t>2</a:t>
            </a:r>
            <a:endParaRPr lang="en-US" sz="1000" b="1" spc="-6" dirty="0">
              <a:solidFill>
                <a:srgbClr val="3B5998"/>
              </a:solidFill>
              <a:latin typeface="Calibri" panose="020F0502020204030204" pitchFamily="34" charset="0"/>
            </a:endParaRPr>
          </a:p>
        </p:txBody>
      </p:sp>
      <p:sp>
        <p:nvSpPr>
          <p:cNvPr id="114" name="OTLSHAPE_M_a54bc827b05146d18b559f618723e2b4_Date__"/>
          <p:cNvSpPr txBox="1"/>
          <p:nvPr>
            <p:custDataLst>
              <p:tags r:id="rId88"/>
            </p:custDataLst>
          </p:nvPr>
        </p:nvSpPr>
        <p:spPr>
          <a:xfrm>
            <a:off x="2941002" y="1333946"/>
            <a:ext cx="4019075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6" dirty="0" smtClean="0">
                <a:solidFill>
                  <a:srgbClr val="7F7F7F"/>
                </a:solidFill>
                <a:latin typeface="Calibri" panose="020F0502020204030204" pitchFamily="34" charset="0"/>
              </a:rPr>
              <a:t>Dec 18 start writing Thesis</a:t>
            </a:r>
            <a:endParaRPr lang="en-US" sz="1000" spc="-6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Smiley Face 5"/>
          <p:cNvSpPr/>
          <p:nvPr/>
        </p:nvSpPr>
        <p:spPr>
          <a:xfrm>
            <a:off x="9180621" y="2758124"/>
            <a:ext cx="240856" cy="207496"/>
          </a:xfrm>
          <a:prstGeom prst="smileyFac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TLSHAPE_M_a54bc827b05146d18b559f618723e2b4_Date___"/>
          <p:cNvSpPr txBox="1"/>
          <p:nvPr>
            <p:custDataLst>
              <p:tags r:id="rId89"/>
            </p:custDataLst>
          </p:nvPr>
        </p:nvSpPr>
        <p:spPr>
          <a:xfrm>
            <a:off x="8864519" y="2577309"/>
            <a:ext cx="873059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6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</a:rPr>
              <a:t>Defense</a:t>
            </a:r>
            <a:endParaRPr lang="en-US" sz="1000" spc="-6" dirty="0">
              <a:solidFill>
                <a:schemeClr val="accent6">
                  <a:lumMod val="60000"/>
                  <a:lumOff val="4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19" name="OTLSHAPE_M_a54bc827b05146d18b559f618723e2b4_Date____"/>
          <p:cNvSpPr txBox="1"/>
          <p:nvPr>
            <p:custDataLst>
              <p:tags r:id="rId90"/>
            </p:custDataLst>
          </p:nvPr>
        </p:nvSpPr>
        <p:spPr>
          <a:xfrm>
            <a:off x="4950539" y="2435261"/>
            <a:ext cx="1142921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6" dirty="0" smtClean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Hopefully start a job</a:t>
            </a:r>
            <a:endParaRPr lang="en-US" sz="1000" spc="-6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22" name="OTLSHAPE_M_52743de8bb6d4044896f473898fe9da7_Shape___"/>
          <p:cNvSpPr/>
          <p:nvPr>
            <p:custDataLst>
              <p:tags r:id="rId91"/>
            </p:custDataLst>
          </p:nvPr>
        </p:nvSpPr>
        <p:spPr>
          <a:xfrm rot="16200000">
            <a:off x="5238735" y="1929196"/>
            <a:ext cx="165100" cy="165100"/>
          </a:xfrm>
          <a:prstGeom prst="flowChartMerge">
            <a:avLst/>
          </a:prstGeom>
          <a:solidFill>
            <a:srgbClr val="92D05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TLSHAPE_M_a54bc827b05146d18b559f618723e2b4_Title__"/>
          <p:cNvSpPr txBox="1"/>
          <p:nvPr>
            <p:custDataLst>
              <p:tags r:id="rId92"/>
            </p:custDataLst>
          </p:nvPr>
        </p:nvSpPr>
        <p:spPr>
          <a:xfrm>
            <a:off x="5364897" y="1869118"/>
            <a:ext cx="6350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spc="-6" dirty="0" smtClean="0">
                <a:solidFill>
                  <a:srgbClr val="3B5998"/>
                </a:solidFill>
                <a:latin typeface="Calibri" panose="020F0502020204030204" pitchFamily="34" charset="0"/>
              </a:rPr>
              <a:t>Milestone 4</a:t>
            </a:r>
            <a:endParaRPr lang="en-US" sz="1000" b="1" spc="-6" dirty="0">
              <a:solidFill>
                <a:srgbClr val="3B5998"/>
              </a:solidFill>
              <a:latin typeface="Calibri" panose="020F0502020204030204" pitchFamily="34" charset="0"/>
            </a:endParaRPr>
          </a:p>
        </p:txBody>
      </p:sp>
      <p:sp>
        <p:nvSpPr>
          <p:cNvPr id="124" name="OTLSHAPE_M_a54bc827b05146d18b559f618723e2b4_Date_____"/>
          <p:cNvSpPr txBox="1"/>
          <p:nvPr>
            <p:custDataLst>
              <p:tags r:id="rId93"/>
            </p:custDataLst>
          </p:nvPr>
        </p:nvSpPr>
        <p:spPr>
          <a:xfrm>
            <a:off x="5364897" y="2093793"/>
            <a:ext cx="4019075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6" dirty="0" smtClean="0">
                <a:solidFill>
                  <a:srgbClr val="7F7F7F"/>
                </a:solidFill>
                <a:latin typeface="Calibri" panose="020F0502020204030204" pitchFamily="34" charset="0"/>
              </a:rPr>
              <a:t>20 Feb submit Thesis</a:t>
            </a:r>
            <a:endParaRPr lang="en-US" sz="1000" spc="-6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132" name="OTLSHAPE_T_9aa183d65df24b0c8fecd0a002471583_Shape_"/>
          <p:cNvSpPr/>
          <p:nvPr>
            <p:custDataLst>
              <p:tags r:id="rId94"/>
            </p:custDataLst>
          </p:nvPr>
        </p:nvSpPr>
        <p:spPr>
          <a:xfrm>
            <a:off x="3243672" y="2629596"/>
            <a:ext cx="2274463" cy="232275"/>
          </a:xfrm>
          <a:prstGeom prst="roundRect">
            <a:avLst>
              <a:gd name="adj" fmla="val 100000"/>
            </a:avLst>
          </a:prstGeom>
          <a:solidFill>
            <a:schemeClr val="bg2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OTLSHAPE_M_52743de8bb6d4044896f473898fe9da7_Connector1"/>
          <p:cNvCxnSpPr/>
          <p:nvPr>
            <p:custDataLst>
              <p:tags r:id="rId95"/>
            </p:custDataLst>
          </p:nvPr>
        </p:nvCxnSpPr>
        <p:spPr>
          <a:xfrm>
            <a:off x="3779714" y="1581326"/>
            <a:ext cx="0" cy="1333324"/>
          </a:xfrm>
          <a:prstGeom prst="line">
            <a:avLst/>
          </a:prstGeom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OTLSHAPE_M_52743de8bb6d4044896f473898fe9da7_Connector1___"/>
          <p:cNvCxnSpPr/>
          <p:nvPr>
            <p:custDataLst>
              <p:tags r:id="rId96"/>
            </p:custDataLst>
          </p:nvPr>
        </p:nvCxnSpPr>
        <p:spPr>
          <a:xfrm>
            <a:off x="5219897" y="1946630"/>
            <a:ext cx="0" cy="968020"/>
          </a:xfrm>
          <a:prstGeom prst="line">
            <a:avLst/>
          </a:prstGeom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OTLSHAPE_T_9aa183d65df24b0c8fecd0a002471583_Shape__"/>
          <p:cNvSpPr/>
          <p:nvPr>
            <p:custDataLst>
              <p:tags r:id="rId97"/>
            </p:custDataLst>
          </p:nvPr>
        </p:nvSpPr>
        <p:spPr>
          <a:xfrm>
            <a:off x="3301365" y="5551829"/>
            <a:ext cx="2107894" cy="232275"/>
          </a:xfrm>
          <a:prstGeom prst="roundRect">
            <a:avLst>
              <a:gd name="adj" fmla="val 100000"/>
            </a:avLst>
          </a:prstGeom>
          <a:solidFill>
            <a:schemeClr val="bg2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TLSHAPE_T_e6f5c918bdd649a1ac919cf22468a23b_Title___"/>
          <p:cNvSpPr txBox="1"/>
          <p:nvPr>
            <p:custDataLst>
              <p:tags r:id="rId98"/>
            </p:custDataLst>
          </p:nvPr>
        </p:nvSpPr>
        <p:spPr>
          <a:xfrm>
            <a:off x="2467658" y="5590453"/>
            <a:ext cx="609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 b="1" spc="-8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</a:rPr>
              <a:t>Grey Area</a:t>
            </a:r>
            <a:endParaRPr lang="en-US" sz="1000" b="1" spc="-8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37" name="OTLSHAPE_T_e6f5c918bdd649a1ac919cf22468a23b_JoinedDate___"/>
          <p:cNvSpPr txBox="1"/>
          <p:nvPr>
            <p:custDataLst>
              <p:tags r:id="rId99"/>
            </p:custDataLst>
          </p:nvPr>
        </p:nvSpPr>
        <p:spPr>
          <a:xfrm>
            <a:off x="5564565" y="5656297"/>
            <a:ext cx="6287123" cy="7694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Prof </a:t>
            </a:r>
            <a:r>
              <a:rPr lang="en-US" sz="1000" dirty="0" err="1" smtClean="0"/>
              <a:t>Watz</a:t>
            </a:r>
            <a:r>
              <a:rPr lang="en-US" sz="1000" dirty="0" smtClean="0"/>
              <a:t> (</a:t>
            </a:r>
            <a:r>
              <a:rPr lang="en-US" sz="1000" dirty="0"/>
              <a:t>Pulmonary Research Institute </a:t>
            </a:r>
            <a:r>
              <a:rPr lang="en-US" sz="1000" dirty="0" err="1" smtClean="0"/>
              <a:t>Grosshansdorf</a:t>
            </a:r>
            <a:r>
              <a:rPr lang="en-US" sz="1000" dirty="0" smtClean="0"/>
              <a:t>) offered me </a:t>
            </a:r>
            <a:r>
              <a:rPr lang="en-US" sz="1000" dirty="0"/>
              <a:t>to </a:t>
            </a:r>
            <a:r>
              <a:rPr lang="en-US" sz="1000" dirty="0" smtClean="0"/>
              <a:t>analyze </a:t>
            </a:r>
            <a:r>
              <a:rPr lang="en-US" sz="1000" dirty="0"/>
              <a:t>data </a:t>
            </a:r>
            <a:r>
              <a:rPr lang="en-US" sz="1000" dirty="0" smtClean="0"/>
              <a:t>from 28 </a:t>
            </a:r>
            <a:r>
              <a:rPr lang="en-US" sz="1000" dirty="0"/>
              <a:t>subjects with </a:t>
            </a:r>
            <a:r>
              <a:rPr lang="en-US" sz="1000" dirty="0" smtClean="0"/>
              <a:t>COPD,  data from PLS </a:t>
            </a:r>
            <a:r>
              <a:rPr lang="en-US" sz="1000" dirty="0"/>
              <a:t>and a </a:t>
            </a:r>
            <a:r>
              <a:rPr lang="en-US" sz="1000" dirty="0" smtClean="0"/>
              <a:t>activity monitor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Very important to validate the last paper (analysis could be included)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Prof. Wouters (CIRO) offered me to analyze data from 10000 patients with COPD (Maastricht study) screened for OSA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smtClean="0"/>
              <a:t>Unique </a:t>
            </a:r>
            <a:r>
              <a:rPr lang="en-US" sz="1000" smtClean="0"/>
              <a:t>opportunity</a:t>
            </a:r>
            <a:endParaRPr lang="en-US" sz="1000" dirty="0" smtClean="0"/>
          </a:p>
        </p:txBody>
      </p:sp>
      <p:sp>
        <p:nvSpPr>
          <p:cNvPr id="138" name="OTLSHAPE_M_6a283b367375415b92b0e5fc4e16a0cc_Shape"/>
          <p:cNvSpPr/>
          <p:nvPr>
            <p:custDataLst>
              <p:tags r:id="rId100"/>
            </p:custDataLst>
          </p:nvPr>
        </p:nvSpPr>
        <p:spPr>
          <a:xfrm>
            <a:off x="3123158" y="5546390"/>
            <a:ext cx="228600" cy="254000"/>
          </a:xfrm>
          <a:prstGeom prst="star8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TLSHAPE_M_93afb554552a4221a5380f7919409aa7_Shape"/>
          <p:cNvSpPr/>
          <p:nvPr>
            <p:custDataLst>
              <p:tags r:id="rId101"/>
            </p:custDataLst>
          </p:nvPr>
        </p:nvSpPr>
        <p:spPr>
          <a:xfrm>
            <a:off x="5289535" y="5547569"/>
            <a:ext cx="228600" cy="254000"/>
          </a:xfrm>
          <a:prstGeom prst="teardrop">
            <a:avLst/>
          </a:prstGeom>
          <a:solidFill>
            <a:srgbClr val="DC5924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TLSHAPE_M_93afb554552a4221a5380f7919409aa7_Shape_"/>
          <p:cNvSpPr/>
          <p:nvPr>
            <p:custDataLst>
              <p:tags r:id="rId102"/>
            </p:custDataLst>
          </p:nvPr>
        </p:nvSpPr>
        <p:spPr>
          <a:xfrm>
            <a:off x="5427957" y="2758123"/>
            <a:ext cx="228600" cy="254000"/>
          </a:xfrm>
          <a:prstGeom prst="teardrop">
            <a:avLst/>
          </a:prstGeom>
          <a:solidFill>
            <a:srgbClr val="DC5924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TLSHAPE_M_6a283b367375415b92b0e5fc4e16a0cc_Shape_"/>
          <p:cNvSpPr/>
          <p:nvPr>
            <p:custDataLst>
              <p:tags r:id="rId103"/>
            </p:custDataLst>
          </p:nvPr>
        </p:nvSpPr>
        <p:spPr>
          <a:xfrm>
            <a:off x="3129372" y="2758123"/>
            <a:ext cx="228600" cy="254000"/>
          </a:xfrm>
          <a:prstGeom prst="star8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TLSHAPE_T_e6f5c918bdd649a1ac919cf22468a23b_JoinedDate_____"/>
          <p:cNvSpPr txBox="1"/>
          <p:nvPr>
            <p:custDataLst>
              <p:tags r:id="rId104"/>
            </p:custDataLst>
          </p:nvPr>
        </p:nvSpPr>
        <p:spPr>
          <a:xfrm>
            <a:off x="9005487" y="535455"/>
            <a:ext cx="3166633" cy="15388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dirty="0" smtClean="0"/>
              <a:t>Numbers: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1  Journal paper accepted IEEE JBHI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1  Journal paper accepted XRDS (student magazine)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1  Journal paper submitted </a:t>
            </a:r>
            <a:r>
              <a:rPr lang="en-US" sz="1000" dirty="0" err="1" smtClean="0"/>
              <a:t>Plos</a:t>
            </a:r>
            <a:r>
              <a:rPr lang="en-US" sz="1000" dirty="0" smtClean="0"/>
              <a:t> One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1  Journal almost ready to be submitted to The Lancet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1  Journal planned (have results)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3  Patents filed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2  Conferences Papers </a:t>
            </a:r>
            <a:r>
              <a:rPr lang="en-US" sz="1000" dirty="0"/>
              <a:t>(oral presentations)</a:t>
            </a:r>
            <a:endParaRPr lang="en-US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2  Conferences Abstracts (oral presentations)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109" name="OTLSHAPE_T_9aa183d65df24b0c8fecd0a002471583_Shape___"/>
          <p:cNvSpPr/>
          <p:nvPr>
            <p:custDataLst>
              <p:tags r:id="rId105"/>
            </p:custDataLst>
          </p:nvPr>
        </p:nvSpPr>
        <p:spPr>
          <a:xfrm>
            <a:off x="7763960" y="2632145"/>
            <a:ext cx="1100560" cy="232275"/>
          </a:xfrm>
          <a:prstGeom prst="roundRect">
            <a:avLst>
              <a:gd name="adj" fmla="val 100000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TLSHAPE_T_e6f5c918bdd649a1ac919cf22468a23b_Title____"/>
          <p:cNvSpPr txBox="1"/>
          <p:nvPr>
            <p:custDataLst>
              <p:tags r:id="rId106"/>
            </p:custDataLst>
          </p:nvPr>
        </p:nvSpPr>
        <p:spPr>
          <a:xfrm>
            <a:off x="4067225" y="2430640"/>
            <a:ext cx="609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 b="1" spc="-8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</a:rPr>
              <a:t>Grey Area</a:t>
            </a:r>
            <a:endParaRPr lang="en-US" sz="1000" b="1" spc="-8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16" name="OTLSHAPE_T_e6f5c918bdd649a1ac919cf22468a23b_Title_____"/>
          <p:cNvSpPr txBox="1"/>
          <p:nvPr>
            <p:custDataLst>
              <p:tags r:id="rId107"/>
            </p:custDataLst>
          </p:nvPr>
        </p:nvSpPr>
        <p:spPr>
          <a:xfrm>
            <a:off x="7763959" y="2189062"/>
            <a:ext cx="1137231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spc="-8" dirty="0" smtClean="0">
                <a:solidFill>
                  <a:srgbClr val="FFC000"/>
                </a:solidFill>
                <a:latin typeface="Calibri" panose="020F0502020204030204" pitchFamily="34" charset="0"/>
              </a:rPr>
              <a:t>Committee members not available at the same time</a:t>
            </a:r>
            <a:endParaRPr lang="en-US" sz="1000" b="1" spc="-8" dirty="0">
              <a:solidFill>
                <a:srgbClr val="FFC000"/>
              </a:solidFill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4504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Q3VsdHVyZUluZm9OYW1lIjoiZW4tVVMiLCJTdHlsZU5hbWUiOiJSb2FkbWFwIiwiSXNUZW1wbGF0ZSI6dHJ1ZSwiVmVyc2lvbiI6eyIkaWQiOiIyIiwiVmVyc2lvbiI6IjMuMC4xIiwiT3JpZ2luYWxBc3NlbWJseVZlcnNpb24iOiIxLjAwLjAwLjAwIiwiRWRpdGlvbiI6IlBsdXMiLCJJc1BsdXNFZGl0aW9uIjp0cnVlfSwiRWZmZWN0IjoxLCJTdHlsZSI6eyIkaWQiOiIzIiwiVGltZWJhbmRTdHlsZSI6eyIkaWQiOiI0IiwiU2NhbGVNYXJraW5nIjowLCJTaGFwZSI6MTMsIlNoYXBlU3R5bGUiOnsiJGlkIjoiNSIsIk1hcmdpbiI6eyIkaWQiOiI2IiwiVG9wIjowLCJMZWZ0IjoxMCwiUmlnaHQiOjEwLCJCb3R0b20iOjB9LCJQYWRkaW5nIjp7IiRpZCI6IjciLCJUb3AiOjMsIkxlZnQiOjEzLCJSaWdodCI6MTMsIkJvdHRvbSI6M30sIkJhY2tncm91bmQiOnsiJGlkIjoiOCIsIkNvbG9yIjp7IiRpZCI6IjkiLCJBIjoyNTUsIlIiOjY4LCJHIjo4NCwiQiI6MTA2fX0sIklzVmlzaWJsZSI6dHJ1ZSwiV2lkdGgiOjg1OC4wLCJIZWlnaHQiOjMwLjAsIkJvcmRlclN0eWxlIjp7IiRpZCI6IjEwIiwiTGluZUNvbG9yIjp7IiRpZCI6IjExIiwiJHR5cGUiOiJOTFJFLkNvbW1vbi5Eb20uU29saWRDb2xvckJydXNoLCBOTFJFLkNvbW1vbiIsIkNvbG9yIjp7IiRpZCI6IjEyIiwiQSI6MjU1LCJSIjoyNTUsIkciOjAsIkIiOjB9fSwiTGluZVdlaWdodCI6MC4wLCJMaW5lVHlwZSI6MCwiUGFyZW50U3R5bGUiOm51bGx9LCJQYXJlbnRTdHlsZSI6bnVsbH0sIlJpZ2h0RW5kQ2Fwc1N0eWxlIjp7IiRpZCI6IjEzIiwiRm9udFNldHRpbmdzIjp7IiRpZCI6IjE0IiwiRm9udFNpemUiOjE4LCJGb250TmFtZSI6IkNvcmJlbCIsIklzQm9sZCI6ZmFsc2UsIklzSXRhbGljIjpmYWxzZSwiSXNVbmRlcmxpbmVkIjpmYWxzZSwiUGFyZW50U3R5bGUiOm51bGx9LCJBdXRvU2l6ZSI6MCwiRm9yZWdyb3VuZCI6eyIkaWQiOiIxNSIsIkNvbG9yIjp7IiRpZCI6IjE2IiwiQSI6MjU1LCJSIjoxOTIsIkciOjgwLCJCIjo3N319LCJNYXhXaWR0aCI6IkluZmluaXR5IiwiTWF4SGVpZ2h0IjoiSW5maW5pdHkiLCJTbWFydEZvcmVncm91bmRJc0FjdGl2ZSI6ZmFsc2UsIkhvcml6b250YWxBbGlnbm1lbnQiOjAsIlZlcnRpY2FsQWxpZ25tZW50IjowLCJTbWFydEZvcmVncm91bmQiOm51bGwsIk1hcmdpbiI6eyIkaWQiOiIxNyIsIlRvcCI6MCwiTGVmdCI6MCwiUmlnaHQiOjIwLCJCb3R0b20iOjB9LCJQYWRkaW5nIjp7IiRpZCI6IjE4IiwiVG9wIjowLCJMZWZ0IjowLCJSaWdodCI6MCwiQm90dG9tIjowfSwiQmFja2dyb3VuZCI6eyIkaWQiOiIxOSIsIkNvbG9yIjp7IiRpZCI6IjIwIiwiQSI6ODksIlIiOjAsIkciOjAsIkIiOjB9fSwiSXNWaXNpYmxlIjp0cnVlLCJXaWR0aCI6MC4wLCJIZWlnaHQiOjAuMCwiQm9yZGVyU3R5bGUiOm51bGwsIlBhcmVudFN0eWxlIjpudWxsfSwiTGVmdEVuZENhcHNTdHlsZSI6eyIkaWQiOiIyMSIsIkZvbnRTZXR0aW5ncyI6eyIkaWQiOiIyMiIsIkZvbnRTaXplIjoxOCwiRm9udE5hbWUiOiJDb3JiZWwiLCJJc0JvbGQiOmZhbHNlLCJJc0l0YWxpYyI6ZmFsc2UsIklzVW5kZXJsaW5lZCI6ZmFsc2UsIlBhcmVudFN0eWxlIjpudWxsfSwiQXV0b1NpemUiOjAsIkZvcmVncm91bmQiOnsiJGlkIjoiMjMiLCJDb2xvciI6eyIkaWQiOiIyNCIsIkEiOjI1NSwiUiI6MTkyLCJHIjo4MCwiQiI6Nzd9fSwiTWF4V2lkdGgiOiJJbmZpbml0eSIsIk1heEhlaWdodCI6IkluZmluaXR5IiwiU21hcnRGb3JlZ3JvdW5kSXNBY3RpdmUiOmZhbHNlLCJIb3Jpem9udGFsQWxpZ25tZW50IjowLCJWZXJ0aWNhbEFsaWdubWVudCI6MCwiU21hcnRGb3JlZ3JvdW5kIjpudWxsLCJNYXJnaW4iOnsiJGlkIjoiMjUiLCJUb3AiOjAsIkxlZnQiOjIwLCJSaWdodCI6MCwiQm90dG9tIjowfSwiUGFkZGluZyI6eyIkaWQiOiIyNiIsIlRvcCI6MCwiTGVmdCI6MCwiUmlnaHQiOjAsIkJvdHRvbSI6MH0sIkJhY2tncm91bmQiOnsiJGlkIjoiMjciLCJDb2xvciI6eyIkcmVmIjoiMjAifX0sIklzVmlzaWJsZSI6dHJ1ZSwiV2lkdGgiOjAuMCwiSGVpZ2h0IjowLjAsIkJvcmRlclN0eWxlIjpudWxsLCJQYXJlbnRTdHlsZSI6bnVsbH0sIlRvZGF5VGV4dFN0eWxlIjp7IiRpZCI6IjI4IiwiRm9udFNldHRpbmdzIjp7IiRpZCI6IjI5IiwiRm9udFNpemUiOjgsIkZvbnROYW1lIjoiQ2FsaWJyaSIsIklzQm9sZCI6ZmFsc2UsIklzSXRhbGljIjpmYWxzZSwiSXNVbmRlcmxpbmVkIjpmYWxzZSwiUGFyZW50U3R5bGUiOm51bGx9LCJBdXRvU2l6ZSI6MCwiRm9yZWdyb3VuZCI6eyIkaWQiOiIzMCIsIkNvbG9yIjp7IiRpZCI6IjMxIiwiQSI6MjU1LCJSIjowLCJHIjowLCJCIjowfX0sIk1heFdpZHRoIjoyMDAuMCwiTWF4SGVpZ2h0IjoiSW5maW5pdHkiLCJTbWFydEZvcmVncm91bmRJc0FjdGl2ZSI6ZmFsc2UsIkhvcml6b250YWxBbGlnbm1lbnQiOjAsIlZlcnRpY2FsQWxpZ25tZW50IjowLCJTbWFydEZvcmVncm91bmQiOm51bGwsIk1hcmdpbiI6eyIkaWQiOiIzMiIsIlRvcCI6MCwiTGVmdCI6MCwiUmlnaHQiOjAsIkJvdHRvbSI6MH0sIlBhZGRpbmciOnsiJGlkIjoiMzMiLCJUb3AiOjAsIkxlZnQiOjAsIlJpZ2h0IjowLCJCb3R0b20iOjB9LCJCYWNrZ3JvdW5kIjp7IiRpZCI6IjM0IiwiQ29sb3IiOnsiJHJlZiI6IjIwIn19LCJJc1Zpc2libGUiOmZhbHNlLCJXaWR0aCI6MC4wLCJIZWlnaHQiOjAuMCwiQm9yZGVyU3R5bGUiOm51bGwsIlBhcmVudFN0eWxlIjpudWxsfSwiVG9kYXlNYXJrZXJTdHlsZSI6eyIkaWQiOiIzNSIsIk1hcmdpbiI6eyIkaWQiOiIzNiIsIlRvcCI6MCwiTGVmdCI6MCwiUmlnaHQiOjAsIkJvdHRvbSI6MH0sIlBhZGRpbmciOnsiJGlkIjoiMzciLCJUb3AiOjAsIkxlZnQiOjAsIlJpZ2h0IjowLCJCb3R0b20iOjB9LCJCYWNrZ3JvdW5kIjp7IiRpZCI6IjM4IiwiQ29sb3IiOnsiJGlkIjoiMzkiLCJBIjoyNTUsIlIiOjI1NSwiRyI6MCwiQiI6MH19LCJJc1Zpc2libGUiOnRydWUsIldpZHRoIjowLjAsIkhlaWdodCI6MC4wLCJCb3JkZXJTdHlsZSI6bnVsbCwiUGFyZW50U3R5bGUiOm51bGx9LCJTY2FsZVN0eWxlIjp7IiRpZCI6IjQwIiwiU2hvd1NlZ21lbnRTZXBhcmF0b3JzIjp0cnVlLCJTZWdtZW50U2VwYXJhdG9yT3BhY2l0eSI6MzAsIkZvbnRTZXR0aW5ncyI6eyIkaWQiOiI0MSIsIkZvbnRTaXplIjoxMiwiRm9udE5hbWUiOiJDYWxpYnJpIiwiSXNCb2xkIjpmYWxzZSwiSXNJdGFsaWMiOmZhbHNlLCJJc1VuZGVybGluZWQiOmZhbHNlLCJQYXJlbnRTdHlsZSI6bnVsbH0sIkF1dG9TaXplIjowLCJGb3JlZ3JvdW5kIjp7IiRpZCI6IjQyIiwiQ29sb3IiOnsiJGlkIjoiNDMiLCJBIjoyNTUsIlIiOjIzMSwiRyI6MjMwLCJCIjoyMzB9fSwiTWF4V2lkdGgiOjIwMC4wLCJNYXhIZWlnaHQiOiJJbmZpbml0eSIsIlNtYXJ0Rm9yZWdyb3VuZElzQWN0aXZlIjpmYWxzZSwiSG9yaXpvbnRhbEFsaWdubWVudCI6MCwiVmVydGljYWxBbGlnbm1lbnQiOjEsIlNtYXJ0Rm9yZWdyb3VuZCI6bnVsbCwiTWFyZ2luIjp7IiRpZCI6IjQ0IiwiVG9wIjowLCJMZWZ0Ijo1LCJSaWdodCI6MCwiQm90dG9tIjowfSwiUGFkZGluZyI6eyIkaWQiOiI0NSIsIlRvcCI6MCwiTGVmdCI6MCwiUmlnaHQiOjAsIkJvdHRvbSI6MH0sIkJhY2tncm91bmQiOnsiJGlkIjoiNDYiLCJDb2xvciI6eyIkcmVmIjoiMjAifX0sIklzVmlzaWJsZSI6dHJ1ZSwiV2lkdGgiOjAuMCwiSGVpZ2h0IjowLjAsIkJvcmRlclN0eWxlIjpudWxsLCJQYXJlbnRTdHlsZSI6bnVsbH0sIkVsYXBzZWRUaW1lQmFja2dyb3VuZCI6eyIkaWQiOiI0NyIsIkNvbG9yIjp7IiRpZCI6IjQ4IiwiQSI6NzcsIlIiOjAsIkciOjAsIkIiOjB9fSwiQXBwZW5kWWVhck9uWWVhckNoYW5nZSI6dHJ1ZSwiRWxhcHNlZFRpbWVGb3JtYXQiOjEsIlRvZGF5TWFya2VyUG9zaXRpb24iOjAsIlF1aWNrUG9zaXRpb24iOjMsIkFic29sdXRlUG9zaXRpb24iOjIyOS41LCJNYXJnaW4iOnsiJGlkIjoiNDkiLCJUb3AiOjAsIkxlZnQiOjEwLCJSaWdodCI6MTAsIkJvdHRvbSI6MH0sIlBhZGRpbmciOnsiJGlkIjoiNTAiLCJUb3AiOjAsIkxlZnQiOjAsIlJpZ2h0IjowLCJCb3R0b20iOjB9LCJCYWNrZ3JvdW5kIjp7IiRpZCI6IjUxIiwiQ29sb3IiOnsiJGlkIjoiNTIiLCJBIjoyNTUsIlIiOjY4LCJHIjo4NCwiQiI6MTA2fX0sIklzVmlzaWJsZSI6dHJ1ZSwiV2lkdGgiOjAuMCwiSGVpZ2h0IjowLjAsIkJvcmRlclN0eWxlIjpudWxsLCJQYXJlbnRTdHlsZSI6bnVsbH0sIkRlZmF1bHRNaWxlc3RvbmVTdHlsZSI6eyIkaWQiOiI1MyIsIlNoYXBlIjowLCJDb25uZWN0b3JNYXJnaW4iOnsiJGlkIjoiNTQiLCJUb3AiOjAsIkxlZnQiOjIsIlJpZ2h0IjoyLCJCb3R0b20iOjB9LCJDb25uZWN0b3JTdHlsZSI6eyIkaWQiOiI1NSIsIkxpbmVDb2xvciI6eyIkaWQiOiI1NiIsIiR0eXBlIjoiTkxSRS5Db21tb24uRG9tLlNvbGlkQ29sb3JCcnVzaCwgTkxSRS5Db21tb24iLCJDb2xvciI6eyIkaWQiOiI1NyIsIkEiOjI1NSwiUiI6NzksIkciOjEyOSwiQiI6MTg5fX0sIkxpbmVXZWlnaHQiOjEuMCwiTGluZVR5cGUiOjAsIlBhcmVudFN0eWxlIjpudWxsfSwiSXNCZWxvd1RpbWViYW5kIjpmYWxzZSwiSGlkZURhdGUiOmZhbHNlLCJTaGFwZVNpemUiOjEsIlNwYWNpbmciOjIuMCwiUGFkZGluZyI6eyIkaWQiOiI1OCIsIlRvcCI6NywiTGVmdCI6MywiUmlnaHQiOjAsIkJvdHRvbSI6Mn0sIlNoYXBlU3R5bGUiOnsiJGlkIjoiNTkiLCJNYXJnaW4iOnsiJGlkIjoiNjAiLCJUb3AiOjAsIkxlZnQiOjAsIlJpZ2h0IjowLCJCb3R0b20iOjB9LCJQYWRkaW5nIjp7IiRpZCI6IjYxIiwiVG9wIjowLCJMZWZ0IjowLCJSaWdodCI6MCwiQm90dG9tIjowfSwiQmFja2dyb3VuZCI6bnVsbCwiSXNWaXNpYmxlIjp0cnVlLCJXaWR0aCI6MTguMCwiSGVpZ2h0IjoyMC4wLCJCb3JkZXJTdHlsZSI6eyIkaWQiOiI2MiIsIkxpbmVDb2xvciI6eyIkaWQiOiI2MyIsIiR0eXBlIjoiTkxSRS5Db21tb24uRG9tLlNvbGlkQ29sb3JCcnVzaCwgTkxSRS5Db21tb24iLCJDb2xvciI6eyIkaWQiOiI2NCIsIkEiOjI1NSwiUiI6MjU1LCJHIjowLCJCIjowfX0sIkxpbmVXZWlnaHQiOjAuMCwiTGluZVR5cGUiOjAsIlBhcmVudFN0eWxlIjpudWxsfSwiUGFyZW50U3R5bGUiOm51bGx9LCJUaXRsZVN0eWxlIjp7IiRpZCI6IjY1IiwiRm9udFNldHRpbmdzIjp7IiRpZCI6IjY2IiwiRm9udFNpemUiOjE0LCJGb250TmFtZSI6IkNvcmJlbCIsIklzQm9sZCI6ZmFsc2UsIklzSXRhbGljIjpmYWxzZSwiSXNVbmRlcmxpbmVkIjpmYWxzZSwiUGFyZW50U3R5bGUiOm51bGx9LCJBdXRvU2l6ZSI6MCwiRm9yZWdyb3VuZCI6eyIkaWQiOiI2NyIsIkNvbG9yIjp7IiRpZCI6IjY4IiwiQSI6MjU1LCJSIjowLCJHIjowLCJCIjowfX0sIk1heFdpZHRoIjoyMDAuMCwiTWF4SGVpZ2h0IjoiSW5maW5pdHkiLCJTbWFydEZvcmVncm91bmRJc0FjdGl2ZSI6ZmFsc2UsIkhvcml6b250YWxBbGlnbm1lbnQiOjEsIlZlcnRpY2FsQWxpZ25tZW50IjowLCJTbWFydEZvcmVncm91bmQiOm51bGwsIk1hcmdpbiI6eyIkaWQiOiI2OSIsIlRvcCI6MCwiTGVmdCI6MCwiUmlnaHQiOjAsIkJvdHRvbSI6MH0sIlBhZGRpbmciOnsiJGlkIjoiNzAiLCJUb3AiOjAsIkxlZnQiOjAsIlJpZ2h0IjowLCJCb3R0b20iOjB9LCJCYWNrZ3JvdW5kIjp7IiRpZCI6IjcxIiwiQ29sb3IiOnsiJHJlZiI6IjIwIn19LCJJc1Zpc2libGUiOnRydWUsIldpZHRoIjowLjAsIkhlaWdodCI6MC4wLCJCb3JkZXJTdHlsZSI6bnVsbCwiUGFyZW50U3R5bGUiOm51bGx9LCJEYXRlU3R5bGUiOnsiJGlkIjoiNzIiLCJGb250U2V0dGluZ3MiOnsiJGlkIjoiNzMiLCJGb250U2l6ZSI6MTEsIkZvbnROYW1lIjoiQ29yYmVsIiwiSXNCb2xkIjpmYWxzZSwiSXNJdGFsaWMiOmZhbHNlLCJJc1VuZGVybGluZWQiOmZhbHNlLCJQYXJlbnRTdHlsZSI6bnVsbH0sIkF1dG9TaXplIjowLCJGb3JlZ3JvdW5kIjp7IiRpZCI6Ijc0IiwiQ29sb3IiOnsiJGlkIjoiNzUiLCJBIjoyNTUsIlIiOjIwOSwiRyI6NDAsIkIiOjQ2fX0sIk1heFdpZHRoIjoyMDAuMCwiTWF4SGVpZ2h0IjoiSW5maW5pdHkiLCJTbWFydEZvcmVncm91bmRJc0FjdGl2ZSI6ZmFsc2UsIkhvcml6b250YWxBbGlnbm1lbnQiOjAsIlZlcnRpY2FsQWxpZ25tZW50IjowLCJTbWFydEZvcmVncm91bmQiOm51bGwsIk1hcmdpbiI6eyIkaWQiOiI3NiIsIlRvcCI6MCwiTGVmdCI6MCwiUmlnaHQiOjAsIkJvdHRvbSI6MH0sIlBhZGRpbmciOnsiJGlkIjoiNzciLCJUb3AiOjAsIkxlZnQiOjAsIlJpZ2h0IjowLCJCb3R0b20iOjB9LCJCYWNrZ3JvdW5kIjp7IiRpZCI6Ijc4IiwiQ29sb3IiOnsiJHJlZiI6IjIwIn19LCJJc1Zpc2libGUiOnRydWUsIldpZHRoIjowLjAsIkhlaWdodCI6MC4wLCJCb3JkZXJTdHlsZSI6bnVsbCwiUGFyZW50U3R5bGUiOm51bGx9LCJEYXRlRm9ybWF0Ijp7IiRpZCI6Ijc5IiwiRm9ybWF0U3RyaW5nIjoiTU1NIGQiLCJTZXBhcmF0b3IiOiIvIiwiVXNlSW50ZXJuYXRpb25hbERhdGVGb3JtYXQiOmZhbHNlfSwiSXNWaXNpYmxlIjp0cnVlLCJQYXJlbnRTdHlsZSI6bnVsbH0sIkRlZmF1bHRUYXNrU3R5bGUiOnsiJGlkIjoiODAiLCJTaGFwZSI6MiwiU2hhcGVUaGlja25lc3MiOjEsIkR1cmF0aW9uRm9ybWF0IjowLCJJbmNsdWRlTm9uV29ya2luZ0RheXNJbkR1cmF0aW9uIjpmYWxzZSwiUGVyY2VudGFnZUNvbXBsZXRlU3R5bGUiOnsiJGlkIjoiODEiLCJGb250U2V0dGluZ3MiOnsiJGlkIjoiODIiLCJGb250U2l6ZSI6MTAsIkZvbnROYW1lIjoiQ2FsaWJyaSIsIklzQm9sZCI6ZmFsc2UsIklzSXRhbGljIjpmYWxzZSwiSXNVbmRlcmxpbmVkIjpmYWxzZSwiUGFyZW50U3R5bGUiOm51bGx9LCJBdXRvU2l6ZSI6MCwiRm9yZWdyb3VuZCI6eyIkaWQiOiI4MyIsIkNvbG9yIjp7IiRpZCI6Ijg0IiwiQSI6MjU1LCJSIjoxOTIsIkciOjgwLCJCIjo3N319LCJNYXhXaWR0aCI6MjAwLjAsIk1heEhlaWdodCI6IkluZmluaXR5IiwiU21hcnRGb3JlZ3JvdW5kSXNBY3RpdmUiOmZhbHNlLCJIb3Jpem9udGFsQWxpZ25tZW50IjowLCJWZXJ0aWNhbEFsaWdubWVudCI6MCwiU21hcnRGb3JlZ3JvdW5kIjpudWxsLCJNYXJnaW4iOnsiJGlkIjoiODUiLCJUb3AiOjAsIkxlZnQiOjAsIlJpZ2h0IjowLCJCb3R0b20iOjB9LCJQYWRkaW5nIjp7IiRpZCI6Ijg2IiwiVG9wIjowLCJMZWZ0IjowLCJSaWdodCI6MCwiQm90dG9tIjowfSwiQmFja2dyb3VuZCI6eyIkaWQiOiI4NyIsIkNvbG9yIjp7IiRyZWYiOiIyMCJ9fSwiSXNWaXNpYmxlIjp0cnVlLCJXaWR0aCI6MC4wLCJIZWlnaHQiOjAuMCwiQm9yZGVyU3R5bGUiOm51bGwsIlBhcmVudFN0eWxlIjpudWxsfSwiRHVyYXRpb25TdHlsZSI6eyIkaWQiOiI4OCIsIkZvbnRTZXR0aW5ncyI6eyIkaWQiOiI4OSIsIkZvbnRTaXplIjoxMiwiRm9udE5hbWUiOiJDYWxpYnJpIiwiSXNCb2xkIjpmYWxzZSwiSXNJdGFsaWMiOmZhbHNlLCJJc1VuZGVybGluZWQiOmZhbHNlLCJQYXJlbnRTdHlsZSI6bnVsbH0sIkF1dG9TaXplIjowLCJGb3JlZ3JvdW5kIjp7IiRpZCI6IjkwIiwiQ29sb3IiOnsiJGlkIjoiOTEiLCJBIjoyNTUsIlIiOjI1NSwiRyI6MjU1LCJCIjoyNTV9fSwiTWF4V2lkdGgiOjIwMC4wLCJNYXhIZWlnaHQiOiJJbmZpbml0eSIsIlNtYXJ0Rm9yZWdyb3VuZElzQWN0aXZlIjpmYWxzZSwiSG9yaXpvbnRhbEFsaWdubWVudCI6MCwiVmVydGljYWxBbGlnbm1lbnQiOjAsIlNtYXJ0Rm9yZWdyb3VuZCI6bnVsbCwiTWFyZ2luIjp7IiRpZCI6IjkyIiwiVG9wIjowLCJMZWZ0IjowLCJSaWdodCI6MCwiQm90dG9tIjowfSwiUGFkZGluZyI6eyIkaWQiOiI5MyIsIlRvcCI6MCwiTGVmdCI6MCwiUmlnaHQiOjAsIkJvdHRvbSI6MH0sIkJhY2tncm91bmQiOnsiJGlkIjoiOTQiLCJDb2xvciI6eyIkcmVmIjoiMjAifX0sIklzVmlzaWJsZSI6dHJ1ZSwiV2lkdGgiOjAuMCwiSGVpZ2h0IjowLjAsIkJvcmRlclN0eWxlIjpudWxsLCJQYXJlbnRTdHlsZSI6bnVsbH0sIkhvcml6b250YWxDb25uZWN0b3JTdHlsZSI6eyIkaWQiOiI5NSIsIkxpbmVDb2xvciI6eyIkaWQiOiI5NiIsIiR0eXBlIjoiTkxSRS5Db21tb24uRG9tLlNvbGlkQ29sb3JCcnVzaCwgTkxSRS5Db21tb24iLCJDb2xvciI6eyIkaWQiOiI5NyIsIkEiOjI1NSwiUiI6MjMxLCJHIjoyMzAsIkIiOjIzMH19LCJMaW5lV2VpZ2h0IjowLjAsIkxpbmVUeXBlIjowLCJQYXJlbnRTdHlsZSI6bnVsbH0sIlZlcnRpY2FsQ29ubmVjdG9yU3R5bGUiOnsiJGlkIjoiOTgiLCJMaW5lQ29sb3IiOnsiJGlkIjoiOTkiLCIkdHlwZSI6Ik5MUkUuQ29tbW9uLkRvbS5Tb2xpZENvbG9yQnJ1c2gsIE5MUkUuQ29tbW9uIiwiQ29sb3IiOnsiJGlkIjoiMTAwIiwiQSI6MjU1LCJSIjoyMzEsIkciOjIzMCwiQiI6MjMwfX0sIkxpbmVXZWlnaHQiOjAuMCwiTGluZVR5cGUiOjAsIlBhcmVudFN0eWxlIjpudWxsfSwiTWFyZ2luIjpudWxsLCJTdGFydERhdGVQb3NpdGlvbiI6NCwiRW5kRGF0ZVBvc2l0aW9uIjo0LCJUaXRsZVBvc2l0aW9uIjozLCJEdXJhdGlvblBvc2l0aW9uIjo2LCJQZXJjZW50YWdlQ29tcGxldGVkUG9zaXRpb24iOjYsIlNwYWNpbmciOjEwLCJJc0JlbG93VGltZWJhbmQiOnRydWUsIlBlcmNlbnRhZ2VDb21wbGV0ZVNoYXBlT3BhY2l0eSI6MzUsIlNoYXBlU3R5bGUiOnsiJGlkIjoiMTAxIiwiTWFyZ2luIjp7IiRpZCI6IjEwMiIsIlRvcCI6MCwiTGVmdCI6NCwiUmlnaHQiOjQsIkJvdHRvbSI6MH0sIlBhZGRpbmciOnsiJGlkIjoiMTAzIiwiVG9wIjowLCJMZWZ0IjowLCJSaWdodCI6MCwiQm90dG9tIjowfSwiQmFja2dyb3VuZCI6bnVsbCwiSXNWaXNpYmxlIjp0cnVlLCJXaWR0aCI6MC4wLCJIZWlnaHQiOjE2LjAsIkJvcmRlclN0eWxlIjp7IiRpZCI6IjEwNCIsIkxpbmVDb2xvciI6eyIkaWQiOiIxMDUiLCIkdHlwZSI6Ik5MUkUuQ29tbW9uLkRvbS5Tb2xpZENvbG9yQnJ1c2gsIE5MUkUuQ29tbW9uIiwiQ29sb3IiOnsiJGlkIjoiMTA2IiwiQSI6MjU1LCJSIjoyNTUsIkciOjAsIkIiOjB9fSwiTGluZVdlaWdodCI6MC4wLCJMaW5lVHlwZSI6MCwiUGFyZW50U3R5bGUiOm51bGx9LCJQYXJlbnRTdHlsZSI6bnVsbH0sIlRpdGxlU3R5bGUiOnsiJGlkIjoiMTA3IiwiRm9udFNldHRpbmdzIjp7IiRpZCI6IjEwOCIsIkZvbnRTaXplIjoxNCwiRm9udE5hbWUiOiJDb3JiZWwiLCJJc0JvbGQiOmZhbHNlLCJJc0l0YWxpYyI6ZmFsc2UsIklzVW5kZXJsaW5lZCI6ZmFsc2UsIlBhcmVudFN0eWxlIjpudWxsfSwiQXV0b1NpemUiOjAsIkZvcmVncm91bmQiOnsiJGlkIjoiMTA5IiwiQ29sb3IiOnsiJGlkIjoiMTEwIiwiQSI6MjU1LCJSIjowLCJHIjowLCJCIjowfX0sIk1heFdpZHRoIjoyMDAuMCwiTWF4SGVpZ2h0IjoiSW5maW5pdHkiLCJTbWFydEZvcmVncm91bmRJc0FjdGl2ZSI6ZmFsc2UsIkhvcml6b250YWxBbGlnbm1lbnQiOjIsIlZlcnRpY2FsQWxpZ25tZW50IjowLCJTbWFydEZvcmVncm91bmQiOm51bGwsIk1hcmdpbiI6eyIkaWQiOiIxMTEiLCJUb3AiOjAsIkxlZnQiOjAsIlJpZ2h0IjowLCJCb3R0b20iOjB9LCJQYWRkaW5nIjp7IiRpZCI6IjExMiIsIlRvcCI6MCwiTGVmdCI6MCwiUmlnaHQiOjAsIkJvdHRvbSI6MH0sIkJhY2tncm91bmQiOnsiJGlkIjoiMTEzIiwiQ29sb3IiOnsiJHJlZiI6IjIwIn19LCJJc1Zpc2libGUiOnRydWUsIldpZHRoIjowLjAsIkhlaWdodCI6MC4wLCJCb3JkZXJTdHlsZSI6bnVsbCwiUGFyZW50U3R5bGUiOm51bGx9LCJEYXRlU3R5bGUiOnsiJGlkIjoiMTE0IiwiRm9udFNldHRpbmdzIjp7IiRpZCI6IjExNSIsIkZvbnRTaXplIjoxMiwiRm9udE5hbWUiOiJDYWxpYnJpIiwiSXNCb2xkIjpmYWxzZSwiSXNJdGFsaWMiOmZhbHNlLCJJc1VuZGVybGluZWQiOmZhbHNlLCJQYXJlbnRTdHlsZSI6bnVsbH0sIkF1dG9TaXplIjowLCJGb3JlZ3JvdW5kIjp7IiRpZCI6IjExNiIsIkNvbG9yIjp7IiRpZCI6IjExNyIsIkEiOjI1NSwiUiI6MjU1LCJHIjoyNTUsIkIiOjI1NX19LCJNYXhXaWR0aCI6MjAwLjAsIk1heEhlaWdodCI6IkluZmluaXR5IiwiU21hcnRGb3JlZ3JvdW5kSXNBY3RpdmUiOmZhbHNlLCJIb3Jpem9udGFsQWxpZ25tZW50IjowLCJWZXJ0aWNhbEFsaWdubWVudCI6MCwiU21hcnRGb3JlZ3JvdW5kIjpudWxsLCJNYXJnaW4iOnsiJGlkIjoiMTE4IiwiVG9wIjowLCJMZWZ0IjowLCJSaWdodCI6MCwiQm90dG9tIjowfSwiUGFkZGluZyI6eyIkaWQiOiIxMTkiLCJUb3AiOjAsIkxlZnQiOjAsIlJpZ2h0IjowLCJCb3R0b20iOjB9LCJCYWNrZ3JvdW5kIjp7IiRpZCI6IjEyMCIsIkNvbG9yIjp7IiRyZWYiOiIyMCJ9fSwiSXNWaXNpYmxlIjp0cnVlLCJXaWR0aCI6MC4wLCJIZWlnaHQiOjAuMCwiQm9yZGVyU3R5bGUiOm51bGwsIlBhcmVudFN0eWxlIjpudWxsfSwiRGF0ZUZvcm1hdCI6eyIkaWQiOiIxMjEiLCJGb3JtYXRTdHJpbmciOiJNTU0gZCIsIlNlcGFyYXRvciI6Ii8iLCJVc2VJbnRlcm5hdGlvbmFsRGF0ZUZvcm1hdCI6ZmFsc2V9LCJJc1Zpc2libGUiOnRydWUsIlBhcmVudFN0eWxlIjpudWxsfSwiU2hvd0VsYXBzZWRUaW1lR3JhZGllbnRTdHlsZSI6ZmFsc2V9LCJTY2FsZSI6eyIkaWQiOiIxMjIiLCJTdGFydERhdGUiOiIyMDE1LTA1LTEwVDAwOjAwOjAwWiIsIkVuZERhdGUiOiIyMDE2LTAxLTMwVDIzOjU5OjU5WiIsIkZvcm1hdCI6Ik1NTSIsIlR5cGUiOjIsIkF1dG9EYXRlUmFuZ2UiOnRydWUsIldvcmtpbmdEYXlzIjozMSwiVG9kYXlNYXJrZXJUZXh0IjoiVG9kYXkiLCJBdXRvU2NhbGVUeXBlIjp0cnVlfSwiTWlsZXN0b25lcyI6W3siJGlkIjoiMTIzIiwiRGF0ZSI6IjIwMTUtMDUtMTBUMDA6MDA6MDBaIiwiU3R5bGUiOnsiJGlkIjoiMTI0IiwiU2hhcGUiOjIsIkNvbm5lY3Rvck1hcmdpbiI6eyIkcmVmIjoiNTQifSwiQ29ubmVjdG9yU3R5bGUiOnsiJGlkIjoiMTI1IiwiTGluZUNvbG9yIjp7IiRpZCI6IjEyNiIsIiR0eXBlIjoiTkxSRS5Db21tb24uRG9tLlNvbGlkQ29sb3JCcnVzaCwgTkxSRS5Db21tb24iLCJDb2xvciI6eyIkaWQiOiIxMjciLCJBIjoyNTUsIlIiOjAsIkciOjExNCwiQiI6MTg4fX0sIkxpbmVXZWlnaHQiOjEuMCwiTGluZVR5cGUiOjAsIlBhcmVudFN0eWxlIjp7IiRyZWYiOiI1NSJ9fSwiSXNCZWxvd1RpbWViYW5kIjpmYWxzZSwiSGlkZURhdGUiOmZhbHNlLCJTaGFwZVNpemUiOjEsIlNwYWNpbmciOjAuMCwiUGFkZGluZyI6eyIkaWQiOiIxMjgiLCJUb3AiOjAsIkxlZnQiOjAsIlJpZ2h0IjowLCJCb3R0b20iOjB9LCJTaGFwZVN0eWxlIjp7IiRpZCI6IjEyOSIsIk1hcmdpbiI6eyIkcmVmIjoiNjAifSwiUGFkZGluZyI6eyIkcmVmIjoiNjEifSwiQmFja2dyb3VuZCI6eyIkaWQiOiIxMzAiLCJDb2xvciI6eyIkaWQiOiIxMzEiLCJBIjoyNTUsIlIiOjgsIkciOjEyNywiQiI6MTk1fX0sIklzVmlzaWJsZSI6dHJ1ZSwiV2lkdGgiOjEzLjAsIkhlaWdodCI6MTMuMCwiQm9yZGVyU3R5bGUiOnsiJGlkIjoiMTMyIiwiTGluZUNvbG9yIjp7IiRyZWYiOiI2MyJ9LCJMaW5lV2VpZ2h0IjowLjAsIkxpbmVUeXBlIjowLCJQYXJlbnRTdHlsZSI6eyIkcmVmIjoiNjIifX0sIlBhcmVudFN0eWxlIjp7IiRyZWYiOiI1OSJ9fSwiVGl0bGVTdHlsZSI6eyIkaWQiOiIxMzMiLCJGb250U2V0dGluZ3MiOnsiJGlkIjoiMTM0IiwiRm9udFNpemUiOjEwLCJGb250TmFtZSI6IkNhbGlicmkiLCJJc0JvbGQiOnRydWUsIklzSXRhbGljIjpmYWxzZSwiSXNVbmRlcmxpbmVkIjpmYWxzZSwiUGFyZW50U3R5bGUiOnsiJHJlZiI6IjY2In19LCJBdXRvU2l6ZSI6MCwiRm9yZWdyb3VuZCI6eyIkaWQiOiIxMzUiLCJDb2xvciI6eyIkaWQiOiIxMzYiLCJBIjoyNTUsIlIiOjU5LCJHIjo4OSwiQiI6MTUyfX0sIk1heFdpZHRoIjo1MS42MjUwMzgxNDY5NzI2NTYsIk1heEhlaWdodCI6IkluZmluaXR5IiwiU21hcnRGb3JlZ3JvdW5kSXNBY3RpdmUiOmZhbHNlLCJIb3Jpem9udGFsQWxpZ25tZW50IjowLCJWZXJ0aWNhbEFsaWdubWVudCI6MCwiU21hcnRGb3JlZ3JvdW5kIjpudWxsLCJNYXJnaW4iOnsiJHJlZiI6IjY5In0sIlBhZGRpbmciOnsiJHJlZiI6IjcwIn0sIkJhY2tncm91bmQiOnsiJHJlZiI6IjcxIn0sIklzVmlzaWJsZSI6dHJ1ZSwiV2lkdGgiOjAuMCwiSGVpZ2h0IjowLjAsIkJvcmRlclN0eWxlIjp7IiRpZCI6IjEzNyIsIkxpbmVDb2xvciI6bnVsbCwiTGluZVdlaWdodCI6MC4wLCJMaW5lVHlwZSI6MCwiUGFyZW50U3R5bGUiOm51bGx9LCJQYXJlbnRTdHlsZSI6eyIkcmVmIjoiNjUifX0sIkRhdGVTdHlsZSI6eyIkaWQiOiIxMzgiLCJGb250U2V0dGluZ3MiOnsiJGlkIjoiMTM5IiwiRm9udFNpemUiOjEwLCJGb250TmFtZSI6IkNhbGlicmkiLCJJc0JvbGQiOmZhbHNlLCJJc0l0YWxpYyI6ZmFsc2UsIklzVW5kZXJsaW5lZCI6ZmFsc2UsIlBhcmVudFN0eWxlIjp7IiRyZWYiOiI3MyJ9fSwiQXV0b1NpemUiOjAsIkZvcmVncm91bmQiOnsiJGlkIjoiMTQwIiwiQ29sb3IiOnsiJGlkIjoiMTQxIiwiQSI6MjU1LCJSIjoxMjcsIkciOjEyNywiQiI6MTI3fX0sIk1heFdpZHRoIjoyMDAuMCwiTWF4SGVpZ2h0IjoiSW5maW5pdHkiLCJTbWFydEZvcmVncm91bmRJc0FjdGl2ZSI6ZmFsc2UsIkhvcml6b250YWxBbGlnbm1lbnQiOjAsIlZlcnRpY2FsQWxpZ25tZW50IjowLCJTbWFydEZvcmVncm91bmQiOm51bGwsIk1hcmdpbiI6eyIkcmVmIjoiNzYifSwiUGFkZGluZyI6eyIkcmVmIjoiNzcifSwiQmFja2dyb3VuZCI6eyIkcmVmIjoiNzgifSwiSXNWaXNpYmxlIjp0cnVlLCJXaWR0aCI6MC4wLCJIZWlnaHQiOjAuMCwiQm9yZGVyU3R5bGUiOnsiJGlkIjoiMTQyIiwiTGluZUNvbG9yIjpudWxsLCJMaW5lV2VpZ2h0IjowLjAsIkxpbmVUeXBlIjowLCJQYXJlbnRTdHlsZSI6bnVsbH0sIlBhcmVudFN0eWxlIjp7IiRyZWYiOiI3MiJ9fSwiRGF0ZUZvcm1hdCI6eyIkcmVmIjoiNzkifSwiSXNWaXNpYmxlIjp0cnVlLCJQYXJlbnRTdHlsZSI6eyIkcmVmIjoiNTMifX0sIlBvc2l0aW9uIjp7IiRpZCI6IjE0MyIsIlJhdGlvIjowLjE3NTM5NTg4MDgwNTEyMTUzLCJJc0N1c3RvbSI6dHJ1ZX0sIklkIjoiYTU4ZjI5NDgtN2MwMy00M2MwLThhYmMtZjQxOTEzZTQwY2FlIiwiVGl0bGUiOiJNaWxlc3RvbmUgMSIsIk5vdGUiOm51bGwsIkh5cGVybGluayI6bnVsbCwiSXNDaGFuZ2VkIjpmYWxzZSwiSXNOZXciOnRydWV9LHsiJGlkIjoiMTQ0IiwiRGF0ZSI6IjIwMTUtMDUtMTVUMDA6MDA6MDBaIiwiU3R5bGUiOnsiJGlkIjoiMTQ1IiwiU2hhcGUiOjIsIkNvbm5lY3Rvck1hcmdpbiI6eyIkcmVmIjoiNTQifSwiQ29ubmVjdG9yU3R5bGUiOnsiJGlkIjoiMTQ2IiwiTGluZUNvbG9yIjp7IiRpZCI6IjE0NyIsIiR0eXBlIjoiTkxSRS5Db21tb24uRG9tLlNvbGlkQ29sb3JCcnVzaCwgTkxSRS5Db21tb24iLCJDb2xvciI6eyIkaWQiOiIxNDgiLCJBIjoyNTUsIlIiOjgsIkciOjEyNywiQiI6MTk1fX0sIkxpbmVXZWlnaHQiOjEuMCwiTGluZVR5cGUiOjAsIlBhcmVudFN0eWxlIjp7IiRyZWYiOiI1NSJ9fSwiSXNCZWxvd1RpbWViYW5kIjpmYWxzZSwiSGlkZURhdGUiOmZhbHNlLCJTaGFwZVNpemUiOjEsIlNwYWNpbmciOjAuMCwiUGFkZGluZyI6eyIkaWQiOiIxNDkiLCJUb3AiOjAsIkxlZnQiOjAsIlJpZ2h0IjowLCJCb3R0b20iOjB9LCJTaGFwZVN0eWxlIjp7IiRpZCI6IjE1MCIsIk1hcmdpbiI6eyIkcmVmIjoiNjAifSwiUGFkZGluZyI6eyIkcmVmIjoiNjEifSwiQmFja2dyb3VuZCI6eyIkaWQiOiIxNTEiLCJDb2xvciI6eyIkaWQiOiIxNTIiLCJBIjoyNTUsIlIiOjgsIkciOjEyNywiQiI6MTk1fX0sIklzVmlzaWJsZSI6dHJ1ZSwiV2lkdGgiOjEzLjAsIkhlaWdodCI6MTMuMCwiQm9yZGVyU3R5bGUiOnsiJGlkIjoiMTUzIiwiTGluZUNvbG9yIjp7IiRyZWYiOiI2MyJ9LCJMaW5lV2VpZ2h0IjowLjAsIkxpbmVUeXBlIjowLCJQYXJlbnRTdHlsZSI6eyIkcmVmIjoiNjIifX0sIlBhcmVudFN0eWxlIjp7IiRyZWYiOiI1OSJ9fSwiVGl0bGVTdHlsZSI6eyIkaWQiOiIxNTQiLCJGb250U2V0dGluZ3MiOnsiJGlkIjoiMTU1IiwiRm9udFNpemUiOjEwLCJGb250TmFtZSI6IkNhbGlicmkiLCJJc0JvbGQiOnRydWUsIklzSXRhbGljIjpmYWxzZSwiSXNVbmRlcmxpbmVkIjpmYWxzZSwiUGFyZW50U3R5bGUiOnsiJHJlZiI6IjY2In19LCJBdXRvU2l6ZSI6MCwiRm9yZWdyb3VuZCI6eyIkaWQiOiIxNTYiLCJDb2xvciI6eyIkaWQiOiIxNTciLCJBIjoyNTUsIlIiOjU5LCJHIjo4OSwiQiI6MTUyfX0sIk1heFdpZHRoIjo1MS42MjUwMzgxNDY5NzI2NTYsIk1heEhlaWdodCI6IkluZmluaXR5IiwiU21hcnRGb3JlZ3JvdW5kSXNBY3RpdmUiOmZhbHNlLCJIb3Jpem9udGFsQWxpZ25tZW50IjowLCJWZXJ0aWNhbEFsaWdubWVudCI6MCwiU21hcnRGb3JlZ3JvdW5kIjpudWxsLCJNYXJnaW4iOnsiJHJlZiI6IjY5In0sIlBhZGRpbmciOnsiJHJlZiI6IjcwIn0sIkJhY2tncm91bmQiOnsiJHJlZiI6IjcxIn0sIklzVmlzaWJsZSI6dHJ1ZSwiV2lkdGgiOjAuMCwiSGVpZ2h0IjowLjAsIkJvcmRlclN0eWxlIjp7IiRpZCI6IjE1OCIsIkxpbmVDb2xvciI6bnVsbCwiTGluZVdlaWdodCI6MC4wLCJMaW5lVHlwZSI6MCwiUGFyZW50U3R5bGUiOm51bGx9LCJQYXJlbnRTdHlsZSI6eyIkcmVmIjoiNjUifX0sIkRhdGVTdHlsZSI6eyIkaWQiOiIxNTkiLCJGb250U2V0dGluZ3MiOnsiJGlkIjoiMTYwIiwiRm9udFNpemUiOjEwLCJGb250TmFtZSI6IkNhbGlicmkiLCJJc0JvbGQiOmZhbHNlLCJJc0l0YWxpYyI6ZmFsc2UsIklzVW5kZXJsaW5lZCI6ZmFsc2UsIlBhcmVudFN0eWxlIjp7IiRyZWYiOiI3MyJ9fSwiQXV0b1NpemUiOjAsIkZvcmVncm91bmQiOnsiJGlkIjoiMTYxIiwiQ29sb3IiOnsiJGlkIjoiMTYyIiwiQSI6MjU1LCJSIjoxMjcsIkciOjEyNywiQiI6MTI3fX0sIk1heFdpZHRoIjoyMDAuMCwiTWF4SGVpZ2h0IjoiSW5maW5pdHkiLCJTbWFydEZvcmVncm91bmRJc0FjdGl2ZSI6ZmFsc2UsIkhvcml6b250YWxBbGlnbm1lbnQiOjAsIlZlcnRpY2FsQWxpZ25tZW50IjowLCJTbWFydEZvcmVncm91bmQiOm51bGwsIk1hcmdpbiI6eyIkcmVmIjoiNzYifSwiUGFkZGluZyI6eyIkcmVmIjoiNzcifSwiQmFja2dyb3VuZCI6eyIkcmVmIjoiNzgifSwiSXNWaXNpYmxlIjp0cnVlLCJXaWR0aCI6MC4wLCJIZWlnaHQiOjAuMCwiQm9yZGVyU3R5bGUiOnsiJGlkIjoiMTYzIiwiTGluZUNvbG9yIjpudWxsLCJMaW5lV2VpZ2h0IjowLjAsIkxpbmVUeXBlIjowLCJQYXJlbnRTdHlsZSI6bnVsbH0sIlBhcmVudFN0eWxlIjp7IiRyZWYiOiI3MiJ9fSwiRGF0ZUZvcm1hdCI6eyIkcmVmIjoiNzkifSwiSXNWaXNpYmxlIjp0cnVlLCJQYXJlbnRTdHlsZSI6eyIkcmVmIjoiNTMifX0sIlBvc2l0aW9uIjp7IiRpZCI6IjE2NCIsIlJhdGlvIjowLjEwODA5MzAzNTY2MjYxNTc0LCJJc0N1c3RvbSI6dHJ1ZX0sIklkIjoiNTI3NDNkZTgtYmI2ZC00MDQ0LTg5NmYtNDczODk4ZmU5ZGE3IiwiVGl0bGUiOiJNaWxlc3RvbmUgMiIsIk5vdGUiOm51bGwsIkh5cGVybGluayI6bnVsbCwiSXNDaGFuZ2VkIjpmYWxzZSwiSXNOZXciOnRydWV9LHsiJGlkIjoiMTY1IiwiRGF0ZSI6IjIwMTUtMDctMjFUMDA6MDA6MDBaIiwiU3R5bGUiOnsiJGlkIjoiMTY2IiwiU2hhcGUiOjgsIkNvbm5lY3Rvck1hcmdpbiI6eyIkcmVmIjoiNTQifSwiQ29ubmVjdG9yU3R5bGUiOnsiJGlkIjoiMTY3IiwiTGluZUNvbG9yIjp7IiRpZCI6IjE2OCIsIiR0eXBlIjoiTkxSRS5Db21tb24uRG9tLlNvbGlkQ29sb3JCcnVzaCwgTkxSRS5Db21tb24iLCJDb2xvciI6eyIkaWQiOiIxNjkiLCJBIjoyNTUsIlIiOjgsIkciOjEyNywiQiI6MTk1fX0sIkxpbmVXZWlnaHQiOjEuMCwiTGluZVR5cGUiOjAsIlBhcmVudFN0eWxlIjp7IiRyZWYiOiI1NSJ9fSwiSXNCZWxvd1RpbWViYW5kIjpmYWxzZSwiSGlkZURhdGUiOmZhbHNlLCJTaGFwZVNpemUiOjEsIlNwYWNpbmciOjAuMCwiUGFkZGluZyI6eyIkaWQiOiIxNzAiLCJUb3AiOjAsIkxlZnQiOjAsIlJpZ2h0IjowLCJCb3R0b20iOjB9LCJTaGFwZVN0eWxlIjp7IiRpZCI6IjE3MSIsIk1hcmdpbiI6eyIkcmVmIjoiNjAifSwiUGFkZGluZyI6eyIkcmVmIjoiNjEifSwiQmFja2dyb3VuZCI6eyIkaWQiOiIxNzIiLCJDb2xvciI6eyIkaWQiOiIxNzMiLCJBIjoyNTUsIlIiOjgsIkciOjEyNywiQiI6MTk1fX0sIklzVmlzaWJsZSI6dHJ1ZSwiV2lkdGgiOjE4LjAsIkhlaWdodCI6MjAuMCwiQm9yZGVyU3R5bGUiOnsiJGlkIjoiMTc0IiwiTGluZUNvbG9yIjp7IiRyZWYiOiI2MyJ9LCJMaW5lV2VpZ2h0IjowLjAsIkxpbmVUeXBlIjowLCJQYXJlbnRTdHlsZSI6eyIkcmVmIjoiNjIifX0sIlBhcmVudFN0eWxlIjp7IiRyZWYiOiI1OSJ9fSwiVGl0bGVTdHlsZSI6eyIkaWQiOiIxNzUiLCJGb250U2V0dGluZ3MiOnsiJGlkIjoiMTc2IiwiRm9udFNpemUiOjEwLCJGb250TmFtZSI6IkNhbGlicmkiLCJJc0JvbGQiOnRydWUsIklzSXRhbGljIjpmYWxzZSwiSXNVbmRlcmxpbmVkIjpmYWxzZSwiUGFyZW50U3R5bGUiOnsiJHJlZiI6IjY2In19LCJBdXRvU2l6ZSI6MCwiRm9yZWdyb3VuZCI6eyIkaWQiOiIxNzciLCJDb2xvciI6eyIkaWQiOiIxNzgiLCJBIjoyNTUsIlIiOjU5LCJHIjo4OSwiQiI6MTUyfX0sIk1heFdpZHRoIjo1MS42MjUwMzgxNDY5NzI2NTYsIk1heEhlaWdodCI6IkluZmluaXR5IiwiU21hcnRGb3JlZ3JvdW5kSXNBY3RpdmUiOmZhbHNlLCJIb3Jpem9udGFsQWxpZ25tZW50IjoxLCJWZXJ0aWNhbEFsaWdubWVudCI6MCwiU21hcnRGb3JlZ3JvdW5kIjpudWxsLCJNYXJnaW4iOnsiJHJlZiI6IjY5In0sIlBhZGRpbmciOnsiJHJlZiI6IjcwIn0sIkJhY2tncm91bmQiOnsiJHJlZiI6IjcxIn0sIklzVmlzaWJsZSI6dHJ1ZSwiV2lkdGgiOjAuMCwiSGVpZ2h0IjowLjAsIkJvcmRlclN0eWxlIjp7IiRpZCI6IjE3OSIsIkxpbmVDb2xvciI6bnVsbCwiTGluZVdlaWdodCI6MC4wLCJMaW5lVHlwZSI6MCwiUGFyZW50U3R5bGUiOm51bGx9LCJQYXJlbnRTdHlsZSI6eyIkcmVmIjoiNjUifX0sIkRhdGVTdHlsZSI6eyIkaWQiOiIxODAiLCJGb250U2V0dGluZ3MiOnsiJGlkIjoiMTgxIiwiRm9udFNpemUiOjEwLCJGb250TmFtZSI6IkNhbGlicmkiLCJJc0JvbGQiOmZhbHNlLCJJc0l0YWxpYyI6ZmFsc2UsIklzVW5kZXJsaW5lZCI6ZmFsc2UsIlBhcmVudFN0eWxlIjp7IiRyZWYiOiI3MyJ9fSwiQXV0b1NpemUiOjAsIkZvcmVncm91bmQiOnsiJGlkIjoiMTgyIiwiQ29sb3IiOnsiJGlkIjoiMTgzIiwiQSI6MjU1LCJSIjoxMjcsIkciOjEyNywiQiI6MTI3fX0sIk1heFdpZHRoIjoyMDAuMCwiTWF4SGVpZ2h0IjoiSW5maW5pdHkiLCJTbWFydEZvcmVncm91bmRJc0FjdGl2ZSI6ZmFsc2UsIkhvcml6b250YWxBbGlnbm1lbnQiOjAsIlZlcnRpY2FsQWxpZ25tZW50IjowLCJTbWFydEZvcmVncm91bmQiOm51bGwsIk1hcmdpbiI6eyIkcmVmIjoiNzYifSwiUGFkZGluZyI6eyIkcmVmIjoiNzcifSwiQmFja2dyb3VuZCI6eyIkcmVmIjoiNzgifSwiSXNWaXNpYmxlIjp0cnVlLCJXaWR0aCI6MC4wLCJIZWlnaHQiOjAuMCwiQm9yZGVyU3R5bGUiOnsiJGlkIjoiMTg0IiwiTGluZUNvbG9yIjpudWxsLCJMaW5lV2VpZ2h0IjowLjAsIkxpbmVUeXBlIjowLCJQYXJlbnRTdHlsZSI6bnVsbH0sIlBhcmVudFN0eWxlIjp7IiRyZWYiOiI3MiJ9fSwiRGF0ZUZvcm1hdCI6eyIkcmVmIjoiNzkifSwiSXNWaXNpYmxlIjp0cnVlLCJQYXJlbnRTdHlsZSI6eyIkcmVmIjoiNTMifX0sIlBvc2l0aW9uIjp7IiRpZCI6IjE4NSIsIlJhdGlvIjowLjA4NDA2MjQyMDg4MDM1MzAxMiwiSXNDdXN0b20iOnRydWV9LCJJZCI6ImE1NGJjODI3LWIwNTEtNDZkMS04YjU1LTlmNjE4NzIzZTJiNCIsIlRpdGxlIjoiTWlsZXN0b25lIDMiLCJOb3RlIjpudWxsLCJIeXBlcmxpbmsiOm51bGwsIklzQ2hhbmdlZCI6ZmFsc2UsIklzTmV3Ijp0cnVlfSx7IiRpZCI6IjE4NiIsIkRhdGUiOiIyMDE1LTA4LTEyVDAwOjAwOjAwWiIsIlN0eWxlIjp7IiRpZCI6IjE4NyIsIlNoYXBlIjo4LCJDb25uZWN0b3JNYXJnaW4iOnsiJHJlZiI6IjU0In0sIkNvbm5lY3RvclN0eWxlIjp7IiRpZCI6IjE4OCIsIkxpbmVDb2xvciI6eyIkaWQiOiIxODkiLCIkdHlwZSI6Ik5MUkUuQ29tbW9uLkRvbS5Tb2xpZENvbG9yQnJ1c2gsIE5MUkUuQ29tbW9uIiwiQ29sb3IiOnsiJGlkIjoiMTkwIiwiQSI6MjU1LCJSIjoyMjAsIkciOjg5LCJCIjozNn19LCJMaW5lV2VpZ2h0IjoxLjAsIkxpbmVUeXBlIjowLCJQYXJlbnRTdHlsZSI6eyIkcmVmIjoiNTUifX0sIklzQmVsb3dUaW1lYmFuZCI6ZmFsc2UsIkhpZGVEYXRlIjpmYWxzZSwiU2hhcGVTaXplIjoxLCJTcGFjaW5nIjowLjAsIlBhZGRpbmciOnsiJGlkIjoiMTkxIiwiVG9wIjowLCJMZWZ0IjowLCJSaWdodCI6MCwiQm90dG9tIjowfSwiU2hhcGVTdHlsZSI6eyIkaWQiOiIxOTIiLCJNYXJnaW4iOnsiJHJlZiI6IjYwIn0sIlBhZGRpbmciOnsiJHJlZiI6IjYxIn0sIkJhY2tncm91bmQiOnsiJGlkIjoiMTkzIiwiQ29sb3IiOnsiJGlkIjoiMTk0IiwiQSI6MjU1LCJSIjoyMjAsIkciOjg5LCJCIjozNn19LCJJc1Zpc2libGUiOnRydWUsIldpZHRoIjoxOC4wLCJIZWlnaHQiOjIwLjAsIkJvcmRlclN0eWxlIjp7IiRpZCI6IjE5NSIsIkxpbmVDb2xvciI6eyIkcmVmIjoiNjMifSwiTGluZVdlaWdodCI6MC4wLCJMaW5lVHlwZSI6MCwiUGFyZW50U3R5bGUiOnsiJHJlZiI6IjYyIn19LCJQYXJlbnRTdHlsZSI6eyIkcmVmIjoiNTkifX0sIlRpdGxlU3R5bGUiOnsiJGlkIjoiMTk2IiwiRm9udFNldHRpbmdzIjp7IiRpZCI6IjE5NyIsIkZvbnRTaXplIjoxMCwiRm9udE5hbWUiOiJDYWxpYnJpIiwiSXNCb2xkIjp0cnVlLCJJc0l0YWxpYyI6ZmFsc2UsIklzVW5kZXJsaW5lZCI6ZmFsc2UsIlBhcmVudFN0eWxlIjp7IiRyZWYiOiI2NiJ9fSwiQXV0b1NpemUiOjAsIkZvcmVncm91bmQiOnsiJGlkIjoiMTk4IiwiQ29sb3IiOnsiJGlkIjoiMTk5IiwiQSI6MjU1LCJSIjoyMTAsIkciOjcxLCJCIjozOH19LCJNYXhXaWR0aCI6NTEuNjI1MDM4MTQ2OTcyNjU2LCJNYXhIZWlnaHQiOiJJbmZpbml0eSIsIlNtYXJ0Rm9yZWdyb3VuZElzQWN0aXZlIjpmYWxzZSwiSG9yaXpvbnRhbEFsaWdubWVudCI6MSwiVmVydGljYWxBbGlnbm1lbnQiOjAsIlNtYXJ0Rm9yZWdyb3VuZCI6bnVsbCwiTWFyZ2luIjp7IiRyZWYiOiI2OSJ9LCJQYWRkaW5nIjp7IiRyZWYiOiI3MCJ9LCJCYWNrZ3JvdW5kIjp7IiRyZWYiOiI3MSJ9LCJJc1Zpc2libGUiOnRydWUsIldpZHRoIjowLjAsIkhlaWdodCI6MC4wLCJCb3JkZXJTdHlsZSI6eyIkaWQiOiIyMDAiLCJMaW5lQ29sb3IiOm51bGwsIkxpbmVXZWlnaHQiOjAuMCwiTGluZVR5cGUiOjAsIlBhcmVudFN0eWxlIjpudWxsfSwiUGFyZW50U3R5bGUiOnsiJHJlZiI6IjY1In19LCJEYXRlU3R5bGUiOnsiJGlkIjoiMjAxIiwiRm9udFNldHRpbmdzIjp7IiRpZCI6IjIwMiIsIkZvbnRTaXplIjoxMCwiRm9udE5hbWUiOiJDYWxpYnJpIiwiSXNCb2xkIjpmYWxzZSwiSXNJdGFsaWMiOmZhbHNlLCJJc1VuZGVybGluZWQiOmZhbHNlLCJQYXJlbnRTdHlsZSI6eyIkcmVmIjoiNzMifX0sIkF1dG9TaXplIjowLCJGb3JlZ3JvdW5kIjp7IiRpZCI6IjIwMyIsIkNvbG9yIjp7IiRpZCI6IjIwNCIsIkEiOjI1NSwiUiI6MTI3LCJHIjoxMjcsIkIiOjEyN319LCJNYXhXaWR0aCI6MjAwLjAsIk1heEhlaWdodCI6IkluZmluaXR5IiwiU21hcnRGb3JlZ3JvdW5kSXNBY3RpdmUiOmZhbHNlLCJIb3Jpem9udGFsQWxpZ25tZW50IjowLCJWZXJ0aWNhbEFsaWdubWVudCI6MCwiU21hcnRGb3JlZ3JvdW5kIjpudWxsLCJNYXJnaW4iOnsiJHJlZiI6Ijc2In0sIlBhZGRpbmciOnsiJHJlZiI6Ijc3In0sIkJhY2tncm91bmQiOnsiJHJlZiI6Ijc4In0sIklzVmlzaWJsZSI6dHJ1ZSwiV2lkdGgiOjAuMCwiSGVpZ2h0IjowLjAsIkJvcmRlclN0eWxlIjp7IiRpZCI6IjIwNSIsIkxpbmVDb2xvciI6bnVsbCwiTGluZVdlaWdodCI6MC4wLCJMaW5lVHlwZSI6MCwiUGFyZW50U3R5bGUiOm51bGx9LCJQYXJlbnRTdHlsZSI6eyIkcmVmIjoiNzIifX0sIkRhdGVGb3JtYXQiOnsiJHJlZiI6Ijc5In0sIklzVmlzaWJsZSI6dHJ1ZSwiUGFyZW50U3R5bGUiOnsiJHJlZiI6IjUzIn19LCJQb3NpdGlvbiI6eyIkaWQiOiIyMDYiLCJSYXRpbyI6MC4xNDY3NTAyMTcwMTM4ODg4OCwiSXNDdXN0b20iOnRydWV9LCJJZCI6IjkzYWZiNTU0LTU1MmEtNDIyMS1hNTM4LTBmNzkxOTQwOWFhNyIsIlRpdGxlIjoiTWlsZXN0b25lIDQiLCJOb3RlIjpudWxsLCJIeXBlcmxpbmsiOm51bGwsIklzQ2hhbmdlZCI6ZmFsc2UsIklzTmV3Ijp0cnVlfSx7IiRpZCI6IjIwNyIsIkRhdGUiOiIyMDE1LTExLTA3VDAwOjAwOjAwWiIsIlN0eWxlIjp7IiRpZCI6IjIwOCIsIlNoYXBlIjoxNCwiQ29ubmVjdG9yTWFyZ2luIjp7IiRyZWYiOiI1NCJ9LCJDb25uZWN0b3JTdHlsZSI6eyIkaWQiOiIyMDkiLCJMaW5lQ29sb3IiOnsiJGlkIjoiMjEwIiwiJHR5cGUiOiJOTFJFLkNvbW1vbi5Eb20uU29saWRDb2xvckJydXNoLCBOTFJFLkNvbW1vbiIsIkNvbG9yIjp7IiRpZCI6IjIxMSIsIkEiOjI1NSwiUiI6MjU1LCJHIjoxOTIsIkIiOjB9fSwiTGluZVdlaWdodCI6MS4wLCJMaW5lVHlwZSI6MCwiUGFyZW50U3R5bGUiOnsiJHJlZiI6IjU1In19LCJJc0JlbG93VGltZWJhbmQiOmZhbHNlLCJIaWRlRGF0ZSI6ZmFsc2UsIlNoYXBlU2l6ZSI6MSwiU3BhY2luZyI6MC4wLCJQYWRkaW5nIjp7IiRpZCI6IjIxMiIsIlRvcCI6MCwiTGVmdCI6MCwiUmlnaHQiOjAsIkJvdHRvbSI6MH0sIlNoYXBlU3R5bGUiOnsiJGlkIjoiMjEzIiwiTWFyZ2luIjp7IiRyZWYiOiI2MCJ9LCJQYWRkaW5nIjp7IiRyZWYiOiI2MSJ9LCJCYWNrZ3JvdW5kIjp7IiRpZCI6IjIxNCIsIkNvbG9yIjp7IiRpZCI6IjIxNSIsIkEiOjI1NSwiUiI6MjU1LCJHIjoxOTIsIkIiOjB9fSwiSXNWaXNpYmxlIjp0cnVlLCJXaWR0aCI6MTguMCwiSGVpZ2h0IjoyMC4wLCJCb3JkZXJTdHlsZSI6eyIkaWQiOiIyMTYiLCJMaW5lQ29sb3IiOnsiJHJlZiI6IjYzIn0sIkxpbmVXZWlnaHQiOjAuMCwiTGluZVR5cGUiOjAsIlBhcmVudFN0eWxlIjp7IiRyZWYiOiI2MiJ9fSwiUGFyZW50U3R5bGUiOnsiJHJlZiI6IjU5In19LCJUaXRsZVN0eWxlIjp7IiRpZCI6IjIxNyIsIkZvbnRTZXR0aW5ncyI6eyIkaWQiOiIyMTgiLCJGb250U2l6ZSI6MTAsIkZvbnROYW1lIjoiQ2FsaWJyaSIsIklzQm9sZCI6dHJ1ZSwiSXNJdGFsaWMiOmZhbHNlLCJJc1VuZGVybGluZWQiOmZhbHNlLCJQYXJlbnRTdHlsZSI6eyIkcmVmIjoiNjYifX0sIkF1dG9TaXplIjowLCJGb3JlZ3JvdW5kIjp7IiRpZCI6IjIxOSIsIkNvbG9yIjp7IiRpZCI6IjIyMCIsIkEiOjI1NSwiUiI6MjU1LCJHIjoxNTMsIkIiOjB9fSwiTWF4V2lkdGgiOjUxLjYyNDk2MTg1MzAyNzM0NCwiTWF4SGVpZ2h0IjoiSW5maW5pdHkiLCJTbWFydEZvcmVncm91bmRJc0FjdGl2ZSI6ZmFsc2UsIkhvcml6b250YWxBbGlnbm1lbnQiOjEsIlZlcnRpY2FsQWxpZ25tZW50IjowLCJTbWFydEZvcmVncm91bmQiOm51bGwsIk1hcmdpbiI6eyIkcmVmIjoiNjkifSwiUGFkZGluZyI6eyIkcmVmIjoiNzAifSwiQmFja2dyb3VuZCI6eyIkcmVmIjoiNzEifSwiSXNWaXNpYmxlIjp0cnVlLCJXaWR0aCI6MC4wLCJIZWlnaHQiOjAuMCwiQm9yZGVyU3R5bGUiOnsiJGlkIjoiMjIxIiwiTGluZUNvbG9yIjpudWxsLCJMaW5lV2VpZ2h0IjowLjAsIkxpbmVUeXBlIjowLCJQYXJlbnRTdHlsZSI6bnVsbH0sIlBhcmVudFN0eWxlIjp7IiRyZWYiOiI2NSJ9fSwiRGF0ZVN0eWxlIjp7IiRpZCI6IjIyMiIsIkZvbnRTZXR0aW5ncyI6eyIkaWQiOiIyMjMiLCJGb250U2l6ZSI6OCwiRm9udE5hbWUiOiJDYWxpYnJpIiwiSXNCb2xkIjpmYWxzZSwiSXNJdGFsaWMiOmZhbHNlLCJJc1VuZGVybGluZWQiOmZhbHNlLCJQYXJlbnRTdHlsZSI6eyIkcmVmIjoiNzMifX0sIkF1dG9TaXplIjowLCJGb3JlZ3JvdW5kIjp7IiRyZWYiOiI3NCJ9LCJNYXhXaWR0aCI6MjAwLjAsIk1heEhlaWdodCI6IkluZmluaXR5IiwiU21hcnRGb3JlZ3JvdW5kSXNBY3RpdmUiOmZhbHNlLCJIb3Jpem9udGFsQWxpZ25tZW50IjowLCJWZXJ0aWNhbEFsaWdubWVudCI6MCwiU21hcnRGb3JlZ3JvdW5kIjpudWxsLCJNYXJnaW4iOnsiJHJlZiI6Ijc2In0sIlBhZGRpbmciOnsiJHJlZiI6Ijc3In0sIkJhY2tncm91bmQiOnsiJHJlZiI6Ijc4In0sIklzVmlzaWJsZSI6ZmFsc2UsIldpZHRoIjowLjAsIkhlaWdodCI6MC4wLCJCb3JkZXJTdHlsZSI6eyIkaWQiOiIyMjQiLCJMaW5lQ29sb3IiOm51bGwsIkxpbmVXZWlnaHQiOjAuMCwiTGluZVR5cGUiOjAsIlBhcmVudFN0eWxlIjpudWxsfSwiUGFyZW50U3R5bGUiOnsiJHJlZiI6IjcyIn19LCJEYXRlRm9ybWF0Ijp7IiRyZWYiOiI3OSJ9LCJJc1Zpc2libGUiOnRydWUsIlBhcmVudFN0eWxlIjp7IiRyZWYiOiI1MyJ9fSwiUG9zaXRpb24iOnsiJGlkIjoiMjI1IiwiUmF0aW8iOjAuMTAxMTM1MTY5MTM1MTk5NjUsIklzQ3VzdG9tIjp0cnVlfSwiSWQiOiI2YTI4M2IzNi03Mzc1LTQxNWItOTJiMC1lNWZjNGUxNmEwY2MiLCJUaXRsZSI6Ik1pbGVzdG9uZSA1IiwiTm90ZSI6bnVsbCwiSHlwZXJsaW5rIjpudWxsLCJJc0NoYW5nZWQiOmZhbHNlLCJJc05ldyI6dHJ1ZX0seyIkaWQiOiIyMjYiLCJEYXRlIjoiMjAxNS0xMi0yMFQwMDowMDowMFoiLCJTdHlsZSI6eyIkaWQiOiIyMjciLCJTaGFwZSI6OCwiQ29ubmVjdG9yTWFyZ2luIjp7IiRyZWYiOiI1NCJ9LCJDb25uZWN0b3JTdHlsZSI6eyIkaWQiOiIyMjgiLCJMaW5lQ29sb3IiOnsiJGlkIjoiMjI5IiwiJHR5cGUiOiJOTFJFLkNvbW1vbi5Eb20uU29saWRDb2xvckJydXNoLCBOTFJFLkNvbW1vbiIsIkNvbG9yIjp7IiRpZCI6IjIzMCIsIkEiOjI1NSwiUiI6OTgsIkciOjE4MSwiQiI6MTIzfX0sIkxpbmVXZWlnaHQiOjEuMCwiTGluZVR5cGUiOjAsIlBhcmVudFN0eWxlIjp7IiRyZWYiOiI1NSJ9fSwiSXNCZWxvd1RpbWViYW5kIjpmYWxzZSwiSGlkZURhdGUiOmZhbHNlLCJTaGFwZVNpemUiOjEsIlNwYWNpbmciOjAuMCwiUGFkZGluZyI6eyIkaWQiOiIyMzEiLCJUb3AiOjAsIkxlZnQiOjAsIlJpZ2h0IjowLCJCb3R0b20iOjB9LCJTaGFwZVN0eWxlIjp7IiRpZCI6IjIzMiIsIk1hcmdpbiI6eyIkcmVmIjoiNjAifSwiUGFkZGluZyI6eyIkcmVmIjoiNjEifSwiQmFja2dyb3VuZCI6eyIkaWQiOiIyMzMiLCJDb2xvciI6eyIkaWQiOiIyMzQiLCJBIjoyNTUsIlIiOjk4LCJHIjoxODEsIkIiOjEyM319LCJJc1Zpc2libGUiOnRydWUsIldpZHRoIjoxOC4wLCJIZWlnaHQiOjIwLjAsIkJvcmRlclN0eWxlIjp7IiRpZCI6IjIzNSIsIkxpbmVDb2xvciI6eyIkcmVmIjoiNjMifSwiTGluZVdlaWdodCI6MC4wLCJMaW5lVHlwZSI6MCwiUGFyZW50U3R5bGUiOnsiJHJlZiI6IjYyIn19LCJQYXJlbnRTdHlsZSI6eyIkcmVmIjoiNTkifX0sIlRpdGxlU3R5bGUiOnsiJGlkIjoiMjM2IiwiRm9udFNldHRpbmdzIjp7IiRpZCI6IjIzNyIsIkZvbnRTaXplIjoxMCwiRm9udE5hbWUiOiJDYWxpYnJpIiwiSXNCb2xkIjp0cnVlLCJJc0l0YWxpYyI6ZmFsc2UsIklzVW5kZXJsaW5lZCI6ZmFsc2UsIlBhcmVudFN0eWxlIjp7IiRyZWYiOiI2NiJ9fSwiQXV0b1NpemUiOjAsIkZvcmVncm91bmQiOnsiJGlkIjoiMjM4IiwiQ29sb3IiOnsiJGlkIjoiMjM5IiwiQSI6MjU1LCJSIjo3MiwiRyI6MTU0LCJCIjo5N319LCJNYXhXaWR0aCI6NTEuNjI0OTYxODUzMDI3MzQ0LCJNYXhIZWlnaHQiOiJJbmZpbml0eSIsIlNtYXJ0Rm9yZWdyb3VuZElzQWN0aXZlIjpmYWxzZSwiSG9yaXpvbnRhbEFsaWdubWVudCI6MSwiVmVydGljYWxBbGlnbm1lbnQiOjAsIlNtYXJ0Rm9yZWdyb3VuZCI6bnVsbCwiTWFyZ2luIjp7IiRyZWYiOiI2OSJ9LCJQYWRkaW5nIjp7IiRyZWYiOiI3MCJ9LCJCYWNrZ3JvdW5kIjp7IiRyZWYiOiI3MSJ9LCJJc1Zpc2libGUiOnRydWUsIldpZHRoIjowLjAsIkhlaWdodCI6MC4wLCJCb3JkZXJTdHlsZSI6eyIkaWQiOiIyNDAiLCJMaW5lQ29sb3IiOm51bGwsIkxpbmVXZWlnaHQiOjAuMCwiTGluZVR5cGUiOjAsIlBhcmVudFN0eWxlIjpudWxsfSwiUGFyZW50U3R5bGUiOnsiJHJlZiI6IjY1In19LCJEYXRlU3R5bGUiOnsiJGlkIjoiMjQxIiwiRm9udFNldHRpbmdzIjp7IiRpZCI6IjI0MiIsIkZvbnRTaXplIjo4LCJGb250TmFtZSI6IkNhbGlicmkiLCJJc0JvbGQiOmZhbHNlLCJJc0l0YWxpYyI6ZmFsc2UsIklzVW5kZXJsaW5lZCI6ZmFsc2UsIlBhcmVudFN0eWxlIjp7IiRyZWYiOiI3MyJ9fSwiQXV0b1NpemUiOjAsIkZvcmVncm91bmQiOnsiJHJlZiI6Ijc0In0sIk1heFdpZHRoIjoyMDAuMCwiTWF4SGVpZ2h0IjoiSW5maW5pdHkiLCJTbWFydEZvcmVncm91bmRJc0FjdGl2ZSI6ZmFsc2UsIkhvcml6b250YWxBbGlnbm1lbnQiOjAsIlZlcnRpY2FsQWxpZ25tZW50IjowLCJTbWFydEZvcmVncm91bmQiOm51bGwsIk1hcmdpbiI6eyIkcmVmIjoiNzYifSwiUGFkZGluZyI6eyIkcmVmIjoiNzcifSwiQmFja2dyb3VuZCI6eyIkcmVmIjoiNzgifSwiSXNWaXNpYmxlIjpmYWxzZSwiV2lkdGgiOjAuMCwiSGVpZ2h0IjowLjAsIkJvcmRlclN0eWxlIjp7IiRpZCI6IjI0MyIsIkxpbmVDb2xvciI6bnVsbCwiTGluZVdlaWdodCI6MC4wLCJMaW5lVHlwZSI6MCwiUGFyZW50U3R5bGUiOm51bGx9LCJQYXJlbnRTdHlsZSI6eyIkcmVmIjoiNzIifX0sIkRhdGVGb3JtYXQiOnsiJHJlZiI6Ijc5In0sIklzVmlzaWJsZSI6dHJ1ZSwiUGFyZW50U3R5bGUiOnsiJHJlZiI6IjUzIn19LCJQb3NpdGlvbiI6eyIkaWQiOiIyNDQiLCJSYXRpbyI6MC4wNTg2OTIxOTc0NDY0Njk5MDQsIklzQ3VzdG9tIjp0cnVlfSwiSWQiOiI3YjA5OTY0Ni00ZmZkLTRjZDMtYTNiMy04M2FiMWJhMjI0MzgiLCJUaXRsZSI6Ik1pbGVzdG9uZSA2IiwiTm90ZSI6bnVsbCwiSHlwZXJsaW5rIjpudWxsLCJJc0NoYW5nZWQiOmZhbHNlLCJJc05ldyI6dHJ1ZX0seyIkaWQiOiIyNDUiLCJEYXRlIjoiMjAxNi0wMS0zMFQwMDowMDowMFoiLCJTdHlsZSI6eyIkaWQiOiIyNDYiLCJTaGFwZSI6MTMsIkNvbm5lY3Rvck1hcmdpbiI6eyIkcmVmIjoiNTQifSwiQ29ubmVjdG9yU3R5bGUiOnsiJGlkIjoiMjQ3IiwiTGluZUNvbG9yIjp7IiRpZCI6IjI0OCIsIiR0eXBlIjoiTkxSRS5Db21tb24uRG9tLlNvbGlkQ29sb3JCcnVzaCwgTkxSRS5Db21tb24iLCJDb2xvciI6eyIkaWQiOiIyNDkiLCJBIjoyNTUsIlIiOjk4LCJHIjoxODEsIkIiOjEyM319LCJMaW5lV2VpZ2h0IjoxLjAsIkxpbmVUeXBlIjowLCJQYXJlbnRTdHlsZSI6eyIkcmVmIjoiNTUifX0sIklzQmVsb3dUaW1lYmFuZCI6ZmFsc2UsIkhpZGVEYXRlIjpmYWxzZSwiU2hhcGVTaXplIjoyLCJTcGFjaW5nIjowLjAsIlBhZGRpbmciOnsiJGlkIjoiMjUwIiwiVG9wIjowLCJMZWZ0IjowLCJSaWdodCI6MCwiQm90dG9tIjowfSwiU2hhcGVTdHlsZSI6eyIkaWQiOiIyNTEiLCJNYXJnaW4iOnsiJHJlZiI6IjYwIn0sIlBhZGRpbmciOnsiJHJlZiI6IjYxIn0sIkJhY2tncm91bmQiOnsiJGlkIjoiMjUyIiwiQ29sb3IiOnsiJGlkIjoiMjUzIiwiQSI6MjU1LCJSIjo5OCwiRyI6MTgxLCJCIjoxMjN9fSwiSXNWaXNpYmxlIjp0cnVlLCJXaWR0aCI6MjQuMCwiSGVpZ2h0IjoyNi4wLCJCb3JkZXJTdHlsZSI6eyIkaWQiOiIyNTQiLCJMaW5lQ29sb3IiOnsiJHJlZiI6IjYzIn0sIkxpbmVXZWlnaHQiOjAuMCwiTGluZVR5cGUiOjAsIlBhcmVudFN0eWxlIjp7IiRyZWYiOiI2MiJ9fSwiUGFyZW50U3R5bGUiOnsiJHJlZiI6IjU5In19LCJUaXRsZVN0eWxlIjp7IiRpZCI6IjI1NSIsIkZvbnRTZXR0aW5ncyI6eyIkaWQiOiIyNTYiLCJGb250U2l6ZSI6MTAsIkZvbnROYW1lIjoiQ2FsaWJyaSIsIklzQm9sZCI6dHJ1ZSwiSXNJdGFsaWMiOmZhbHNlLCJJc1VuZGVybGluZWQiOmZhbHNlLCJQYXJlbnRTdHlsZSI6eyIkcmVmIjoiNjYifX0sIkF1dG9TaXplIjowLCJGb3JlZ3JvdW5kIjp7IiRpZCI6IjI1NyIsIkNvbG9yIjp7IiRpZCI6IjI1OCIsIkEiOjI1NSwiUiI6NzIsIkciOjE1NCwiQiI6OTd9fSwiTWF4V2lkdGgiOjUxLjYyNDk2MTg1MzAyNzM0NCwiTWF4SGVpZ2h0IjoiSW5maW5pdHkiLCJTbWFydEZvcmVncm91bmRJc0FjdGl2ZSI6ZmFsc2UsIkhvcml6b250YWxBbGlnbm1lbnQiOjEsIlZlcnRpY2FsQWxpZ25tZW50IjowLCJTbWFydEZvcmVncm91bmQiOm51bGwsIk1hcmdpbiI6eyIkcmVmIjoiNjkifSwiUGFkZGluZyI6eyIkcmVmIjoiNzAifSwiQmFja2dyb3VuZCI6eyIkcmVmIjoiNzEifSwiSXNWaXNpYmxlIjp0cnVlLCJXaWR0aCI6MC4wLCJIZWlnaHQiOjAuMCwiQm9yZGVyU3R5bGUiOnsiJGlkIjoiMjU5IiwiTGluZUNvbG9yIjpudWxsLCJMaW5lV2VpZ2h0IjowLjAsIkxpbmVUeXBlIjowLCJQYXJlbnRTdHlsZSI6bnVsbH0sIlBhcmVudFN0eWxlIjp7IiRyZWYiOiI2NSJ9fSwiRGF0ZVN0eWxlIjp7IiRpZCI6IjI2MCIsIkZvbnRTZXR0aW5ncyI6eyIkaWQiOiIyNjEiLCJGb250U2l6ZSI6MTAsIkZvbnROYW1lIjoiQ2FsaWJyaSIsIklzQm9sZCI6ZmFsc2UsIklzSXRhbGljIjpmYWxzZSwiSXNVbmRlcmxpbmVkIjpmYWxzZSwiUGFyZW50U3R5bGUiOnsiJHJlZiI6IjczIn19LCJBdXRvU2l6ZSI6MCwiRm9yZWdyb3VuZCI6eyIkaWQiOiIyNjIiLCJDb2xvciI6eyIkaWQiOiIyNjMiLCJBIjoyNTUsIlIiOjEyNywiRyI6MTI3LCJCIjoxMjd9fSwiTWF4V2lkdGgiOjIwMC4wLCJNYXhIZWlnaHQiOiJJbmZpbml0eSIsIlNtYXJ0Rm9yZWdyb3VuZElzQWN0aXZlIjpmYWxzZSwiSG9yaXpvbnRhbEFsaWdubWVudCI6MCwiVmVydGljYWxBbGlnbm1lbnQiOjAsIlNtYXJ0Rm9yZWdyb3VuZCI6bnVsbCwiTWFyZ2luIjp7IiRyZWYiOiI3NiJ9LCJQYWRkaW5nIjp7IiRyZWYiOiI3NyJ9LCJCYWNrZ3JvdW5kIjp7IiRyZWYiOiI3OCJ9LCJJc1Zpc2libGUiOnRydWUsIldpZHRoIjowLjAsIkhlaWdodCI6MC4wLCJCb3JkZXJTdHlsZSI6eyIkaWQiOiIyNjQiLCJMaW5lQ29sb3IiOm51bGwsIkxpbmVXZWlnaHQiOjAuMCwiTGluZVR5cGUiOjAsIlBhcmVudFN0eWxlIjpudWxsfSwiUGFyZW50U3R5bGUiOnsiJHJlZiI6IjcyIn19LCJEYXRlRm9ybWF0Ijp7IiRyZWYiOiI3OSJ9LCJJc1Zpc2libGUiOnRydWUsIlBhcmVudFN0eWxlIjp7IiRyZWYiOiI1MyJ9fSwiUG9zaXRpb24iOnsiJGlkIjoiMjY1IiwiUmF0aW8iOjAuMDkxNzY1MDg1ODU2MTE5OCwiSXNDdXN0b20iOnRydWV9LCJJZCI6IjdmNTgzZGUwLTg1NGEtNGNhYy1iODk4LTM3ZjNhMzc5YmI0YSIsIlRpdGxlIjoiTWlsZXN0b25lIDciLCJOb3RlIjpudWxsLCJIeXBlcmxpbmsiOm51bGwsIklzQ2hhbmdlZCI6ZmFsc2UsIklzTmV3Ijp0cnVlfV0sIlRhc2tzIjpbeyIkaWQiOiIyNjYiLCJHcm91cE5hbWUiOm51bGwsIlN0YXJ0RGF0ZSI6IjIwMTUtMDctMjVUMDA6MDA6MDBaIiwiRW5kRGF0ZSI6IjIwMTUtMDgtMDFUMjM6NTk6NTlaIiwiUGVyY2VudGFnZUNvbXBsZXRlIjpudWxsLCJTdHlsZSI6eyIkaWQiOiIyNjciLCJTaGFwZSI6MiwiU2hhcGVUaGlja25lc3MiOjEsIkR1cmF0aW9uRm9ybWF0IjowLCJJbmNsdWRlTm9uV29ya2luZ0RheXNJbkR1cmF0aW9uIjpmYWxzZSwiUGVyY2VudGFnZUNvbXBsZXRlU3R5bGUiOnsiJGlkIjoiMjY4IiwiRm9udFNldHRpbmdzIjp7IiRpZCI6IjI2OSIsIkZvbnRTaXplIjoxMCwiRm9udE5hbWUiOiJDYWxpYnJpIiwiSXNCb2xkIjpmYWxzZSwiSXNJdGFsaWMiOmZhbHNlLCJJc1VuZGVybGluZWQiOmZhbHNlLCJQYXJlbnRTdHlsZSI6eyIkcmVmIjoiODIifX0sIkF1dG9TaXplIjowLCJGb3JlZ3JvdW5kIjp7IiRyZWYiOiI4MyJ9LCJNYXhXaWR0aCI6MjAwLjAsIk1heEhlaWdodCI6IkluZmluaXR5IiwiU21hcnRGb3JlZ3JvdW5kSXNBY3RpdmUiOmZhbHNlLCJIb3Jpem9udGFsQWxpZ25tZW50IjowLCJWZXJ0aWNhbEFsaWdubWVudCI6MCwiU21hcnRGb3JlZ3JvdW5kIjpudWxsLCJNYXJnaW4iOnsiJHJlZiI6Ijg1In0sIlBhZGRpbmciOnsiJHJlZiI6Ijg2In0sIkJhY2tncm91bmQiOnsiJHJlZiI6Ijg3In0sIklzVmlzaWJsZSI6dHJ1ZSwiV2lkdGgiOjAuMCwiSGVpZ2h0IjowLjAsIkJvcmRlclN0eWxlIjp7IiRpZCI6IjI3MCIsIkxpbmVDb2xvciI6bnVsbCwiTGluZVdlaWdodCI6MC4wLCJMaW5lVHlwZSI6MCwiUGFyZW50U3R5bGUiOm51bGx9LCJQYXJlbnRTdHlsZSI6eyIkcmVmIjoiODEifX0sIkR1cmF0aW9uU3R5bGUiOnsiJGlkIjoiMjcxIiwiRm9udFNldHRpbmdzIjp7IiRpZCI6IjI3MiIsIkZvbnRTaXplIjoxMCwiRm9udE5hbWUiOiJDYWxpYnJpIiwiSXNCb2xkIjpmYWxzZSwiSXNJdGFsaWMiOmZhbHNlLCJJc1VuZGVybGluZWQiOmZhbHNlLCJQYXJlbnRTdHlsZSI6eyIkcmVmIjoiODkifX0sIkF1dG9TaXplIjowLCJGb3JlZ3JvdW5kIjp7IiRpZCI6IjI3MyIsIkNvbG9yIjp7IiRpZCI6IjI3NCIsIkEiOjI1NSwiUiI6MTkyLCJHIjo4MCwiQiI6Nzd9fSwiTWF4V2lkdGgiOjIwMC4wLCJNYXhIZWlnaHQiOiJJbmZpbml0eSIsIlNtYXJ0Rm9yZWdyb3VuZElzQWN0aXZlIjpmYWxzZSwiSG9yaXpvbnRhbEFsaWdubWVudCI6MCwiVmVydGljYWxBbGlnbm1lbnQiOjAsIlNtYXJ0Rm9yZWdyb3VuZCI6bnVsbCwiTWFyZ2luIjp7IiRyZWYiOiI5MiJ9LCJQYWRkaW5nIjp7IiRyZWYiOiI5MyJ9LCJCYWNrZ3JvdW5kIjp7IiRyZWYiOiI5NCJ9LCJJc1Zpc2libGUiOnRydWUsIldpZHRoIjowLjAsIkhlaWdodCI6MC4wLCJCb3JkZXJTdHlsZSI6eyIkaWQiOiIyNzUiLCJMaW5lQ29sb3IiOm51bGwsIkxpbmVXZWlnaHQiOjAuMCwiTGluZVR5cGUiOjAsIlBhcmVudFN0eWxlIjpudWxsfSwiUGFyZW50U3R5bGUiOnsiJHJlZiI6Ijg4In19LCJIb3Jpem9udGFsQ29ubmVjdG9yU3R5bGUiOnsiJGlkIjoiMjc2IiwiTGluZUNvbG9yIjp7IiRyZWYiOiI5NiJ9LCJMaW5lV2VpZ2h0IjowLjAsIkxpbmVUeXBlIjowLCJQYXJlbnRTdHlsZSI6eyIkcmVmIjoiOTUifX0sIlZlcnRpY2FsQ29ubmVjdG9yU3R5bGUiOnsiJGlkIjoiMjc3IiwiTGluZUNvbG9yIjp7IiRyZWYiOiI5OSJ9LCJMaW5lV2VpZ2h0IjowLjAsIkxpbmVUeXBlIjowLCJQYXJlbnRTdHlsZSI6eyIkcmVmIjoiOTgifX0sIk1hcmdpbiI6bnVsbCwiU3RhcnREYXRlUG9zaXRpb24iOjQsIkVuZERhdGVQb3NpdGlvbiI6NCwiVGl0bGVQb3NpdGlvbiI6MywiRHVyYXRpb25Qb3NpdGlvbiI6NiwiUGVyY2VudGFnZUNvbXBsZXRlZFBvc2l0aW9uIjo2LCJTcGFjaW5nIjo1LCJJc0JlbG93VGltZWJhbmQiOnRydWUsIlBlcmNlbnRhZ2VDb21wbGV0ZVNoYXBlT3BhY2l0eSI6MzUsIlNoYXBlU3R5bGUiOnsiJGlkIjoiMjc4IiwiTWFyZ2luIjp7IiRyZWYiOiIxMDIifSwiUGFkZGluZyI6eyIkcmVmIjoiMTAzIn0sIkJhY2tncm91bmQiOnsiJGlkIjoiMjc5IiwiQ29sb3IiOnsiJGlkIjoiMjgwIiwiQSI6MjU1LCJSIjo4LCJHIjoxMjcsIkIiOjE5NX19LCJJc1Zpc2libGUiOnRydWUsIldpZHRoIjowLjAsIkhlaWdodCI6MTYuMCwiQm9yZGVyU3R5bGUiOnsiJGlkIjoiMjgxIiwiTGluZUNvbG9yIjp7IiRpZCI6IjI4MiIsIiR0eXBlIjoiTkxSRS5Db21tb24uRG9tLlNvbGlkQ29sb3JCcnVzaCwgTkxSRS5Db21tb24iLCJDb2xvciI6eyIkaWQiOiIyODMiLCJBIjoyNTUsIlIiOjI1NSwiRyI6MCwiQiI6MH19LCJMaW5lV2VpZ2h0IjowLjAsIkxpbmVUeXBlIjowLCJQYXJlbnRTdHlsZSI6bnVsbH0sIlBhcmVudFN0eWxlIjp7IiRyZWYiOiIxMDEifX0sIlRpdGxlU3R5bGUiOnsiJGlkIjoiMjg0IiwiRm9udFNldHRpbmdzIjp7IiRpZCI6IjI4NSIsIkZvbnRTaXplIjoxMCwiRm9udE5hbWUiOiJDYWxpYnJpIiwiSXNCb2xkIjp0cnVlLCJJc0l0YWxpYyI6ZmFsc2UsIklzVW5kZXJsaW5lZCI6ZmFsc2UsIlBhcmVudFN0eWxlIjp7IiRyZWYiOiIxMDgifX0sIkF1dG9TaXplIjowLCJGb3JlZ3JvdW5kIjp7IiRpZCI6IjI4NiIsIkNvbG9yIjp7IiRpZCI6IjI4NyIsIkEiOjI1NSwiUiI6MCwiRyI6MTEyLCJCIjoxOTJ9fSwiTWF4V2lkdGgiOjUwLjg2NzAwODIwOTIyODUxNiwiTWF4SGVpZ2h0IjoiSW5maW5pdHkiLCJTbWFydEZvcmVncm91bmRJc0FjdGl2ZSI6ZmFsc2UsIkhvcml6b250YWxBbGlnbm1lbnQiOjIsIlZlcnRpY2FsQWxpZ25tZW50IjowLCJTbWFydEZvcmVncm91bmQiOm51bGwsIk1hcmdpbiI6eyIkcmVmIjoiMTExIn0sIlBhZGRpbmciOnsiJHJlZiI6IjExMiJ9LCJCYWNrZ3JvdW5kIjp7IiRyZWYiOiIxMTMifSwiSXNWaXNpYmxlIjp0cnVlLCJXaWR0aCI6MC4wLCJIZWlnaHQiOjAuMCwiQm9yZGVyU3R5bGUiOnsiJGlkIjoiMjg4IiwiTGluZUNvbG9yIjpudWxsLCJMaW5lV2VpZ2h0IjowLjAsIkxpbmVUeXBlIjowLCJQYXJlbnRTdHlsZSI6bnVsbH0sIlBhcmVudFN0eWxlIjp7IiRyZWYiOiIxMDcifX0sIkRhdGVTdHlsZSI6eyIkaWQiOiIyODkiLCJGb250U2V0dGluZ3MiOnsiJGlkIjoiMjkwIiwiRm9udFNpemUiOjEwLCJGb250TmFtZSI6IkNhbGlicmkiLCJJc0JvbGQiOmZhbHNlLCJJc0l0YWxpYyI6ZmFsc2UsIklzVW5kZXJsaW5lZCI6ZmFsc2UsIlBhcmVudFN0eWxlIjp7IiRyZWYiOiIxMTUifX0sIkF1dG9TaXplIjowLCJGb3JlZ3JvdW5kIjp7IiRpZCI6IjI5MSIsIkNvbG9yIjp7IiRpZCI6IjI5MiIsIkEiOjI1NSwiUiI6MTI3LCJHIjoxMjcsIkIiOjEyN319LCJNYXhXaWR0aCI6MjAwLjAsIk1heEhlaWdodCI6IkluZmluaXR5IiwiU21hcnRGb3JlZ3JvdW5kSXNBY3RpdmUiOmZhbHNlLCJIb3Jpem9udGFsQWxpZ25tZW50IjowLCJWZXJ0aWNhbEFsaWdubWVudCI6MCwiU21hcnRGb3JlZ3JvdW5kIjpudWxsLCJNYXJnaW4iOnsiJHJlZiI6IjExOCJ9LCJQYWRkaW5nIjp7IiRyZWYiOiIxMTkifSwiQmFja2dyb3VuZCI6eyIkcmVmIjoiMTIwIn0sIklzVmlzaWJsZSI6dHJ1ZSwiV2lkdGgiOjAuMCwiSGVpZ2h0IjowLjAsIkJvcmRlclN0eWxlIjp7IiRpZCI6IjI5MyIsIkxpbmVDb2xvciI6bnVsbCwiTGluZVdlaWdodCI6MC4wLCJMaW5lVHlwZSI6MCwiUGFyZW50U3R5bGUiOm51bGx9LCJQYXJlbnRTdHlsZSI6eyIkcmVmIjoiMTE0In19LCJEYXRlRm9ybWF0Ijp7IiRpZCI6IjI5NCIsIkZvcm1hdFN0cmluZyI6Ik1NTSBkIiwiU2VwYXJhdG9yIjoiLyIsIlVzZUludGVybmF0aW9uYWxEYXRlRm9ybWF0IjpmYWxzZX0sIklzVmlzaWJsZSI6dHJ1ZSwiUGFyZW50U3R5bGUiOnsiJHJlZiI6IjgwIn19LCJJbmRleCI6MCwiSWQiOiI3YzUxOGZiMy03ZjIxLTQyYmItOGUwNC00NTkyMGQwNDAzYjUiLCJUaXRsZSI6IlRhc2sgMSBIZXJlIiwiTm90ZSI6bnVsbCwiSHlwZXJsaW5rIjpudWxsLCJJc0NoYW5nZWQiOmZhbHNlLCJJc05ldyI6dHJ1ZX0seyIkaWQiOiIyOTUiLCJHcm91cE5hbWUiOm51bGwsIlN0YXJ0RGF0ZSI6IjIwMTUtMDgtMTVUMDA6MDA6MDBaIiwiRW5kRGF0ZSI6IjIwMTUtMDktMDdUMjM6NTk6NTlaIiwiUGVyY2VudGFnZUNvbXBsZXRlIjpudWxsLCJTdHlsZSI6eyIkaWQiOiIyOTYiLCJTaGFwZSI6MiwiU2hhcGVUaGlja25lc3MiOjEsIkR1cmF0aW9uRm9ybWF0IjowLCJJbmNsdWRlTm9uV29ya2luZ0RheXNJbkR1cmF0aW9uIjpmYWxzZSwiUGVyY2VudGFnZUNvbXBsZXRlU3R5bGUiOnsiJGlkIjoiMjk3IiwiRm9udFNldHRpbmdzIjp7IiRpZCI6IjI5OCIsIkZvbnRTaXplIjoxMCwiRm9udE5hbWUiOiJDYWxpYnJpIiwiSXNCb2xkIjpmYWxzZSwiSXNJdGFsaWMiOmZhbHNlLCJJc1VuZGVybGluZWQiOmZhbHNlLCJQYXJlbnRTdHlsZSI6eyIkcmVmIjoiODIifX0sIkF1dG9TaXplIjowLCJGb3JlZ3JvdW5kIjp7IiRyZWYiOiI4MyJ9LCJNYXhXaWR0aCI6MjAwLjAsIk1heEhlaWdodCI6IkluZmluaXR5IiwiU21hcnRGb3JlZ3JvdW5kSXNBY3RpdmUiOmZhbHNlLCJIb3Jpem9udGFsQWxpZ25tZW50IjowLCJWZXJ0aWNhbEFsaWdubWVudCI6MCwiU21hcnRGb3JlZ3JvdW5kIjpudWxsLCJNYXJnaW4iOnsiJHJlZiI6Ijg1In0sIlBhZGRpbmciOnsiJHJlZiI6Ijg2In0sIkJhY2tncm91bmQiOnsiJHJlZiI6Ijg3In0sIklzVmlzaWJsZSI6dHJ1ZSwiV2lkdGgiOjAuMCwiSGVpZ2h0IjowLjAsIkJvcmRlclN0eWxlIjp7IiRpZCI6IjI5OSIsIkxpbmVDb2xvciI6bnVsbCwiTGluZVdlaWdodCI6MC4wLCJMaW5lVHlwZSI6MCwiUGFyZW50U3R5bGUiOm51bGx9LCJQYXJlbnRTdHlsZSI6eyIkcmVmIjoiODEifX0sIkR1cmF0aW9uU3R5bGUiOnsiJGlkIjoiMzAwIiwiRm9udFNldHRpbmdzIjp7IiRpZCI6IjMwMSIsIkZvbnRTaXplIjoxMCwiRm9udE5hbWUiOiJDYWxpYnJpIiwiSXNCb2xkIjpmYWxzZSwiSXNJdGFsaWMiOmZhbHNlLCJJc1VuZGVybGluZWQiOmZhbHNlLCJQYXJlbnRTdHlsZSI6eyIkcmVmIjoiODkifX0sIkF1dG9TaXplIjowLCJGb3JlZ3JvdW5kIjp7IiRpZCI6IjMwMiIsIkNvbG9yIjp7IiRpZCI6IjMwMyIsIkEiOjI1NSwiUiI6MTkyLCJHIjo4MCwiQiI6Nzd9fSwiTWF4V2lkdGgiOjIwMC4wLCJNYXhIZWlnaHQiOiJJbmZpbml0eSIsIlNtYXJ0Rm9yZWdyb3VuZElzQWN0aXZlIjpmYWxzZSwiSG9yaXpvbnRhbEFsaWdubWVudCI6MCwiVmVydGljYWxBbGlnbm1lbnQiOjAsIlNtYXJ0Rm9yZWdyb3VuZCI6bnVsbCwiTWFyZ2luIjp7IiRyZWYiOiI5MiJ9LCJQYWRkaW5nIjp7IiRyZWYiOiI5MyJ9LCJCYWNrZ3JvdW5kIjp7IiRyZWYiOiI5NCJ9LCJJc1Zpc2libGUiOnRydWUsIldpZHRoIjowLjAsIkhlaWdodCI6MC4wLCJCb3JkZXJTdHlsZSI6eyIkaWQiOiIzMDQiLCJMaW5lQ29sb3IiOm51bGwsIkxpbmVXZWlnaHQiOjAuMCwiTGluZVR5cGUiOjAsIlBhcmVudFN0eWxlIjpudWxsfSwiUGFyZW50U3R5bGUiOnsiJHJlZiI6Ijg4In19LCJIb3Jpem9udGFsQ29ubmVjdG9yU3R5bGUiOnsiJGlkIjoiMzA1IiwiTGluZUNvbG9yIjp7IiRyZWYiOiI5NiJ9LCJMaW5lV2VpZ2h0IjowLjAsIkxpbmVUeXBlIjowLCJQYXJlbnRTdHlsZSI6eyIkcmVmIjoiOTUifX0sIlZlcnRpY2FsQ29ubmVjdG9yU3R5bGUiOnsiJGlkIjoiMzA2IiwiTGluZUNvbG9yIjp7IiRyZWYiOiI5OSJ9LCJMaW5lV2VpZ2h0IjowLjAsIkxpbmVUeXBlIjowLCJQYXJlbnRTdHlsZSI6eyIkcmVmIjoiOTgifX0sIk1hcmdpbiI6bnVsbCwiU3RhcnREYXRlUG9zaXRpb24iOjQsIkVuZERhdGVQb3NpdGlvbiI6NCwiVGl0bGVQb3NpdGlvbiI6MywiRHVyYXRpb25Qb3NpdGlvbiI6NiwiUGVyY2VudGFnZUNvbXBsZXRlZFBvc2l0aW9uIjo2LCJTcGFjaW5nIjo1LCJJc0JlbG93VGltZWJhbmQiOnRydWUsIlBlcmNlbnRhZ2VDb21wbGV0ZVNoYXBlT3BhY2l0eSI6MzUsIlNoYXBlU3R5bGUiOnsiJGlkIjoiMzA3IiwiTWFyZ2luIjp7IiRyZWYiOiIxMDIifSwiUGFkZGluZyI6eyIkcmVmIjoiMTAzIn0sIkJhY2tncm91bmQiOnsiJGlkIjoiMzA4IiwiQ29sb3IiOnsiJGlkIjoiMzA5IiwiQSI6MjU1LCJSIjoyMTAsIkciOjcxLCJCIjozOH19LCJJc1Zpc2libGUiOnRydWUsIldpZHRoIjowLjAsIkhlaWdodCI6MTYuMCwiQm9yZGVyU3R5bGUiOnsiJGlkIjoiMzEwIiwiTGluZUNvbG9yIjp7IiRpZCI6IjMxMSIsIiR0eXBlIjoiTkxSRS5Db21tb24uRG9tLlNvbGlkQ29sb3JCcnVzaCwgTkxSRS5Db21tb24iLCJDb2xvciI6eyIkaWQiOiIzMTIiLCJBIjoyNTUsIlIiOjI1NSwiRyI6MCwiQiI6MH19LCJMaW5lV2VpZ2h0IjowLjAsIkxpbmVUeXBlIjowLCJQYXJlbnRTdHlsZSI6bnVsbH0sIlBhcmVudFN0eWxlIjp7IiRyZWYiOiIxMDEifX0sIlRpdGxlU3R5bGUiOnsiJGlkIjoiMzEzIiwiRm9udFNldHRpbmdzIjp7IiRpZCI6IjMxNCIsIkZvbnRTaXplIjoxMCwiRm9udE5hbWUiOiJDYWxpYnJpIiwiSXNCb2xkIjp0cnVlLCJJc0l0YWxpYyI6ZmFsc2UsIklzVW5kZXJsaW5lZCI6ZmFsc2UsIlBhcmVudFN0eWxlIjp7IiRyZWYiOiIxMDgifX0sIkF1dG9TaXplIjowLCJGb3JlZ3JvdW5kIjp7IiRpZCI6IjMxNSIsIkNvbG9yIjp7IiRpZCI6IjMxNiIsIkEiOjI1NSwiUiI6MjEwLCJHIjo3MSwiQiI6Mzh9fSwiTWF4V2lkdGgiOjUxLjQ5ODAzMTYxNjIxMDkzOCwiTWF4SGVpZ2h0IjoiSW5maW5pdHkiLCJTbWFydEZvcmVncm91bmRJc0FjdGl2ZSI6ZmFsc2UsIkhvcml6b250YWxBbGlnbm1lbnQiOjIsIlZlcnRpY2FsQWxpZ25tZW50IjowLCJTbWFydEZvcmVncm91bmQiOm51bGwsIk1hcmdpbiI6eyIkcmVmIjoiMTExIn0sIlBhZGRpbmciOnsiJHJlZiI6IjExMiJ9LCJCYWNrZ3JvdW5kIjp7IiRyZWYiOiIxMTMifSwiSXNWaXNpYmxlIjp0cnVlLCJXaWR0aCI6MC4wLCJIZWlnaHQiOjAuMCwiQm9yZGVyU3R5bGUiOnsiJGlkIjoiMzE3IiwiTGluZUNvbG9yIjpudWxsLCJMaW5lV2VpZ2h0IjowLjAsIkxpbmVUeXBlIjowLCJQYXJlbnRTdHlsZSI6bnVsbH0sIlBhcmVudFN0eWxlIjp7IiRyZWYiOiIxMDcifX0sIkRhdGVTdHlsZSI6eyIkaWQiOiIzMTgiLCJGb250U2V0dGluZ3MiOnsiJGlkIjoiMzE5IiwiRm9udFNpemUiOjEwLCJGb250TmFtZSI6IkNhbGlicmkiLCJJc0JvbGQiOmZhbHNlLCJJc0l0YWxpYyI6ZmFsc2UsIklzVW5kZXJsaW5lZCI6ZmFsc2UsIlBhcmVudFN0eWxlIjp7IiRyZWYiOiIxMTUifX0sIkF1dG9TaXplIjowLCJGb3JlZ3JvdW5kIjp7IiRpZCI6IjMyMCIsIkNvbG9yIjp7IiRpZCI6IjMyMSIsIkEiOjI1NSwiUiI6MTI3LCJHIjoxMjcsIkIiOjEyN319LCJNYXhXaWR0aCI6MjAwLjAsIk1heEhlaWdodCI6IkluZmluaXR5IiwiU21hcnRGb3JlZ3JvdW5kSXNBY3RpdmUiOmZhbHNlLCJIb3Jpem9udGFsQWxpZ25tZW50IjowLCJWZXJ0aWNhbEFsaWdubWVudCI6MCwiU21hcnRGb3JlZ3JvdW5kIjpudWxsLCJNYXJnaW4iOnsiJHJlZiI6IjExOCJ9LCJQYWRkaW5nIjp7IiRyZWYiOiIxMTkifSwiQmFja2dyb3VuZCI6eyIkcmVmIjoiMTIwIn0sIklzVmlzaWJsZSI6dHJ1ZSwiV2lkdGgiOjAuMCwiSGVpZ2h0IjowLjAsIkJvcmRlclN0eWxlIjp7IiRpZCI6IjMyMiIsIkxpbmVDb2xvciI6bnVsbCwiTGluZVdlaWdodCI6MC4wLCJMaW5lVHlwZSI6MCwiUGFyZW50U3R5bGUiOm51bGx9LCJQYXJlbnRTdHlsZSI6eyIkcmVmIjoiMTE0In19LCJEYXRlRm9ybWF0Ijp7IiRpZCI6IjMyMyIsIkZvcm1hdFN0cmluZyI6Ik1NTSBkIiwiU2VwYXJhdG9yIjoiLyIsIlVzZUludGVybmF0aW9uYWxEYXRlRm9ybWF0IjpmYWxzZX0sIklzVmlzaWJsZSI6dHJ1ZSwiUGFyZW50U3R5bGUiOnsiJHJlZiI6IjgwIn19LCJJbmRleCI6MCwiSWQiOiJiZTNhZTM4Zi02MGIzLTQwMmQtOGExMy1mMWU5MWVlYzQxZjUiLCJUaXRsZSI6IlRhc2sgMiBIZXJlIiwiTm90ZSI6bnVsbCwiSHlwZXJsaW5rIjpudWxsLCJJc0NoYW5nZWQiOmZhbHNlLCJJc05ldyI6dHJ1ZX0seyIkaWQiOiIzMjQiLCJHcm91cE5hbWUiOm51bGwsIlN0YXJ0RGF0ZSI6IjIwMTUtMDgtMTVUMDA6MDA6MDBaIiwiRW5kRGF0ZSI6IjIwMTUtMDktMTdUMjM6NTk6NTlaIiwiUGVyY2VudGFnZUNvbXBsZXRlIjpudWxsLCJTdHlsZSI6eyIkaWQiOiIzMjUiLCJTaGFwZSI6MiwiU2hhcGVUaGlja25lc3MiOjEsIkR1cmF0aW9uRm9ybWF0IjowLCJJbmNsdWRlTm9uV29ya2luZ0RheXNJbkR1cmF0aW9uIjpmYWxzZSwiUGVyY2VudGFnZUNvbXBsZXRlU3R5bGUiOnsiJGlkIjoiMzI2IiwiRm9udFNldHRpbmdzIjp7IiRpZCI6IjMyNyIsIkZvbnRTaXplIjoxMCwiRm9udE5hbWUiOiJDYWxpYnJpIiwiSXNCb2xkIjpmYWxzZSwiSXNJdGFsaWMiOmZhbHNlLCJJc1VuZGVybGluZWQiOmZhbHNlLCJQYXJlbnRTdHlsZSI6eyIkcmVmIjoiODIifX0sIkF1dG9TaXplIjowLCJGb3JlZ3JvdW5kIjp7IiRyZWYiOiI4MyJ9LCJNYXhXaWR0aCI6MjAwLjAsIk1heEhlaWdodCI6IkluZmluaXR5IiwiU21hcnRGb3JlZ3JvdW5kSXNBY3RpdmUiOmZhbHNlLCJIb3Jpem9udGFsQWxpZ25tZW50IjowLCJWZXJ0aWNhbEFsaWdubWVudCI6MCwiU21hcnRGb3JlZ3JvdW5kIjpudWxsLCJNYXJnaW4iOnsiJHJlZiI6Ijg1In0sIlBhZGRpbmciOnsiJHJlZiI6Ijg2In0sIkJhY2tncm91bmQiOnsiJHJlZiI6Ijg3In0sIklzVmlzaWJsZSI6dHJ1ZSwiV2lkdGgiOjAuMCwiSGVpZ2h0IjowLjAsIkJvcmRlclN0eWxlIjp7IiRpZCI6IjMyOCIsIkxpbmVDb2xvciI6bnVsbCwiTGluZVdlaWdodCI6MC4wLCJMaW5lVHlwZSI6MCwiUGFyZW50U3R5bGUiOm51bGx9LCJQYXJlbnRTdHlsZSI6eyIkcmVmIjoiODEifX0sIkR1cmF0aW9uU3R5bGUiOnsiJGlkIjoiMzI5IiwiRm9udFNldHRpbmdzIjp7IiRpZCI6IjMzMCIsIkZvbnRTaXplIjoxMCwiRm9udE5hbWUiOiJDYWxpYnJpIiwiSXNCb2xkIjpmYWxzZSwiSXNJdGFsaWMiOmZhbHNlLCJJc1VuZGVybGluZWQiOmZhbHNlLCJQYXJlbnRTdHlsZSI6eyIkcmVmIjoiODkifX0sIkF1dG9TaXplIjowLCJGb3JlZ3JvdW5kIjp7IiRpZCI6IjMzMSIsIkNvbG9yIjp7IiRpZCI6IjMzMiIsIkEiOjI1NSwiUiI6MTkyLCJHIjo4MCwiQiI6Nzd9fSwiTWF4V2lkdGgiOjIwMC4wLCJNYXhIZWlnaHQiOiJJbmZpbml0eSIsIlNtYXJ0Rm9yZWdyb3VuZElzQWN0aXZlIjpmYWxzZSwiSG9yaXpvbnRhbEFsaWdubWVudCI6MCwiVmVydGljYWxBbGlnbm1lbnQiOjAsIlNtYXJ0Rm9yZWdyb3VuZCI6bnVsbCwiTWFyZ2luIjp7IiRyZWYiOiI5MiJ9LCJQYWRkaW5nIjp7IiRyZWYiOiI5MyJ9LCJCYWNrZ3JvdW5kIjp7IiRyZWYiOiI5NCJ9LCJJc1Zpc2libGUiOnRydWUsIldpZHRoIjowLjAsIkhlaWdodCI6MC4wLCJCb3JkZXJTdHlsZSI6eyIkaWQiOiIzMzMiLCJMaW5lQ29sb3IiOm51bGwsIkxpbmVXZWlnaHQiOjAuMCwiTGluZVR5cGUiOjAsIlBhcmVudFN0eWxlIjpudWxsfSwiUGFyZW50U3R5bGUiOnsiJHJlZiI6Ijg4In19LCJIb3Jpem9udGFsQ29ubmVjdG9yU3R5bGUiOnsiJGlkIjoiMzM0IiwiTGluZUNvbG9yIjp7IiRyZWYiOiI5NiJ9LCJMaW5lV2VpZ2h0IjowLjAsIkxpbmVUeXBlIjowLCJQYXJlbnRTdHlsZSI6eyIkcmVmIjoiOTUifX0sIlZlcnRpY2FsQ29ubmVjdG9yU3R5bGUiOnsiJGlkIjoiMzM1IiwiTGluZUNvbG9yIjp7IiRyZWYiOiI5OSJ9LCJMaW5lV2VpZ2h0IjowLjAsIkxpbmVUeXBlIjowLCJQYXJlbnRTdHlsZSI6eyIkcmVmIjoiOTgifX0sIk1hcmdpbiI6bnVsbCwiU3RhcnREYXRlUG9zaXRpb24iOjQsIkVuZERhdGVQb3NpdGlvbiI6NCwiVGl0bGVQb3NpdGlvbiI6MywiRHVyYXRpb25Qb3NpdGlvbiI6NiwiUGVyY2VudGFnZUNvbXBsZXRlZFBvc2l0aW9uIjo2LCJTcGFjaW5nIjo1LCJJc0JlbG93VGltZWJhbmQiOnRydWUsIlBlcmNlbnRhZ2VDb21wbGV0ZVNoYXBlT3BhY2l0eSI6MzUsIlNoYXBlU3R5bGUiOnsiJGlkIjoiMzM2IiwiTWFyZ2luIjp7IiRyZWYiOiIxMDIifSwiUGFkZGluZyI6eyIkcmVmIjoiMTAzIn0sIkJhY2tncm91bmQiOnsiJGlkIjoiMzM3IiwiQ29sb3IiOnsiJGlkIjoiMzM4IiwiQSI6MjU1LCJSIjoyMTAsIkciOjcxLCJCIjozOH19LCJJc1Zpc2libGUiOnRydWUsIldpZHRoIjowLjAsIkhlaWdodCI6MTYuMCwiQm9yZGVyU3R5bGUiOnsiJGlkIjoiMzM5IiwiTGluZUNvbG9yIjp7IiRpZCI6IjM0MCIsIiR0eXBlIjoiTkxSRS5Db21tb24uRG9tLlNvbGlkQ29sb3JCcnVzaCwgTkxSRS5Db21tb24iLCJDb2xvciI6eyIkaWQiOiIzNDEiLCJBIjoyNTUsIlIiOjI1NSwiRyI6MCwiQiI6MH19LCJMaW5lV2VpZ2h0IjowLjAsIkxpbmVUeXBlIjowLCJQYXJlbnRTdHlsZSI6bnVsbH0sIlBhcmVudFN0eWxlIjp7IiRyZWYiOiIxMDEifX0sIlRpdGxlU3R5bGUiOnsiJGlkIjoiMzQyIiwiRm9udFNldHRpbmdzIjp7IiRpZCI6IjM0MyIsIkZvbnRTaXplIjoxMCwiRm9udE5hbWUiOiJDYWxpYnJpIiwiSXNCb2xkIjp0cnVlLCJJc0l0YWxpYyI6ZmFsc2UsIklzVW5kZXJsaW5lZCI6ZmFsc2UsIlBhcmVudFN0eWxlIjp7IiRyZWYiOiIxMDgifX0sIkF1dG9TaXplIjowLCJGb3JlZ3JvdW5kIjp7IiRpZCI6IjM0NCIsIkNvbG9yIjp7IiRpZCI6IjM0NSIsIkEiOjI1NSwiUiI6MjEwLCJHIjo3MSwiQiI6Mzh9fSwiTWF4V2lkdGgiOjUwLjg2NzAwODIwOTIyODUxNiwiTWF4SGVpZ2h0IjoiSW5maW5pdHkiLCJTbWFydEZvcmVncm91bmRJc0FjdGl2ZSI6ZmFsc2UsIkhvcml6b250YWxBbGlnbm1lbnQiOjIsIlZlcnRpY2FsQWxpZ25tZW50IjowLCJTbWFydEZvcmVncm91bmQiOm51bGwsIk1hcmdpbiI6eyIkcmVmIjoiMTExIn0sIlBhZGRpbmciOnsiJHJlZiI6IjExMiJ9LCJCYWNrZ3JvdW5kIjp7IiRyZWYiOiIxMTMifSwiSXNWaXNpYmxlIjp0cnVlLCJXaWR0aCI6MC4wLCJIZWlnaHQiOjAuMCwiQm9yZGVyU3R5bGUiOnsiJGlkIjoiMzQ2IiwiTGluZUNvbG9yIjpudWxsLCJMaW5lV2VpZ2h0IjowLjAsIkxpbmVUeXBlIjowLCJQYXJlbnRTdHlsZSI6bnVsbH0sIlBhcmVudFN0eWxlIjp7IiRyZWYiOiIxMDcifX0sIkRhdGVTdHlsZSI6eyIkaWQiOiIzNDciLCJGb250U2V0dGluZ3MiOnsiJGlkIjoiMzQ4IiwiRm9udFNpemUiOjEwLCJGb250TmFtZSI6IkNhbGlicmkiLCJJc0JvbGQiOmZhbHNlLCJJc0l0YWxpYyI6ZmFsc2UsIklzVW5kZXJsaW5lZCI6ZmFsc2UsIlBhcmVudFN0eWxlIjp7IiRyZWYiOiIxMTUifX0sIkF1dG9TaXplIjowLCJGb3JlZ3JvdW5kIjp7IiRpZCI6IjM0OSIsIkNvbG9yIjp7IiRpZCI6IjM1MCIsIkEiOjI1NSwiUiI6MTI3LCJHIjoxMjcsIkIiOjEyN319LCJNYXhXaWR0aCI6MjAwLjAsIk1heEhlaWdodCI6IkluZmluaXR5IiwiU21hcnRGb3JlZ3JvdW5kSXNBY3RpdmUiOmZhbHNlLCJIb3Jpem9udGFsQWxpZ25tZW50IjowLCJWZXJ0aWNhbEFsaWdubWVudCI6MCwiU21hcnRGb3JlZ3JvdW5kIjpudWxsLCJNYXJnaW4iOnsiJHJlZiI6IjExOCJ9LCJQYWRkaW5nIjp7IiRyZWYiOiIxMTkifSwiQmFja2dyb3VuZCI6eyIkcmVmIjoiMTIwIn0sIklzVmlzaWJsZSI6dHJ1ZSwiV2lkdGgiOjAuMCwiSGVpZ2h0IjowLjAsIkJvcmRlclN0eWxlIjp7IiRpZCI6IjM1MSIsIkxpbmVDb2xvciI6bnVsbCwiTGluZVdlaWdodCI6MC4wLCJMaW5lVHlwZSI6MCwiUGFyZW50U3R5bGUiOm51bGx9LCJQYXJlbnRTdHlsZSI6eyIkcmVmIjoiMTE0In19LCJEYXRlRm9ybWF0Ijp7IiRpZCI6IjM1MiIsIkZvcm1hdFN0cmluZyI6Ik1NTSBkIiwiU2VwYXJhdG9yIjoiLyIsIlVzZUludGVybmF0aW9uYWxEYXRlRm9ybWF0IjpmYWxzZX0sIklzVmlzaWJsZSI6dHJ1ZSwiUGFyZW50U3R5bGUiOnsiJHJlZiI6IjgwIn19LCJJbmRleCI6MCwiSWQiOiI5YWExODNkNi01ZGYyLTRiMGMtOGZlYy1kMGEwMDI0NzE1ODMiLCJUaXRsZSI6IlRhc2sgMyBIZXJlIiwiTm90ZSI6bnVsbCwiSHlwZXJsaW5rIjpudWxsLCJJc0NoYW5nZWQiOmZhbHNlLCJJc05ldyI6dHJ1ZX0seyIkaWQiOiIzNTMiLCJHcm91cE5hbWUiOm51bGwsIlN0YXJ0RGF0ZSI6IjIwMTUtMDktMDhUMDA6MDA6MDBaIiwiRW5kRGF0ZSI6IjIwMTUtMDktMzBUMjM6NTk6NTlaIiwiUGVyY2VudGFnZUNvbXBsZXRlIjpudWxsLCJTdHlsZSI6eyIkaWQiOiIzNTQiLCJTaGFwZSI6MiwiU2hhcGVUaGlja25lc3MiOjEsIkR1cmF0aW9uRm9ybWF0IjowLCJJbmNsdWRlTm9uV29ya2luZ0RheXNJbkR1cmF0aW9uIjpmYWxzZSwiUGVyY2VudGFnZUNvbXBsZXRlU3R5bGUiOnsiJGlkIjoiMzU1IiwiRm9udFNldHRpbmdzIjp7IiRpZCI6IjM1NiIsIkZvbnRTaXplIjoxMCwiRm9udE5hbWUiOiJDYWxpYnJpIiwiSXNCb2xkIjpmYWxzZSwiSXNJdGFsaWMiOmZhbHNlLCJJc1VuZGVybGluZWQiOmZhbHNlLCJQYXJlbnRTdHlsZSI6eyIkcmVmIjoiODIifX0sIkF1dG9TaXplIjowLCJGb3JlZ3JvdW5kIjp7IiRyZWYiOiI4MyJ9LCJNYXhXaWR0aCI6MjAwLjAsIk1heEhlaWdodCI6IkluZmluaXR5IiwiU21hcnRGb3JlZ3JvdW5kSXNBY3RpdmUiOmZhbHNlLCJIb3Jpem9udGFsQWxpZ25tZW50IjowLCJWZXJ0aWNhbEFsaWdubWVudCI6MCwiU21hcnRGb3JlZ3JvdW5kIjpudWxsLCJNYXJnaW4iOnsiJHJlZiI6Ijg1In0sIlBhZGRpbmciOnsiJHJlZiI6Ijg2In0sIkJhY2tncm91bmQiOnsiJHJlZiI6Ijg3In0sIklzVmlzaWJsZSI6dHJ1ZSwiV2lkdGgiOjAuMCwiSGVpZ2h0IjowLjAsIkJvcmRlclN0eWxlIjp7IiRpZCI6IjM1NyIsIkxpbmVDb2xvciI6bnVsbCwiTGluZVdlaWdodCI6MC4wLCJMaW5lVHlwZSI6MCwiUGFyZW50U3R5bGUiOm51bGx9LCJQYXJlbnRTdHlsZSI6eyIkcmVmIjoiODEifX0sIkR1cmF0aW9uU3R5bGUiOnsiJGlkIjoiMzU4IiwiRm9udFNldHRpbmdzIjp7IiRpZCI6IjM1OSIsIkZvbnRTaXplIjoxMCwiRm9udE5hbWUiOiJDYWxpYnJpIiwiSXNCb2xkIjpmYWxzZSwiSXNJdGFsaWMiOmZhbHNlLCJJc1VuZGVybGluZWQiOmZhbHNlLCJQYXJlbnRTdHlsZSI6eyIkcmVmIjoiODkifX0sIkF1dG9TaXplIjowLCJGb3JlZ3JvdW5kIjp7IiRpZCI6IjM2MCIsIkNvbG9yIjp7IiRpZCI6IjM2MSIsIkEiOjI1NSwiUiI6MTkyLCJHIjo4MCwiQiI6Nzd9fSwiTWF4V2lkdGgiOjIwMC4wLCJNYXhIZWlnaHQiOiJJbmZpbml0eSIsIlNtYXJ0Rm9yZWdyb3VuZElzQWN0aXZlIjpmYWxzZSwiSG9yaXpvbnRhbEFsaWdubWVudCI6MCwiVmVydGljYWxBbGlnbm1lbnQiOjAsIlNtYXJ0Rm9yZWdyb3VuZCI6bnVsbCwiTWFyZ2luIjp7IiRyZWYiOiI5MiJ9LCJQYWRkaW5nIjp7IiRyZWYiOiI5MyJ9LCJCYWNrZ3JvdW5kIjp7IiRyZWYiOiI5NCJ9LCJJc1Zpc2libGUiOnRydWUsIldpZHRoIjowLjAsIkhlaWdodCI6MC4wLCJCb3JkZXJTdHlsZSI6eyIkaWQiOiIzNjIiLCJMaW5lQ29sb3IiOm51bGwsIkxpbmVXZWlnaHQiOjAuMCwiTGluZVR5cGUiOjAsIlBhcmVudFN0eWxlIjpudWxsfSwiUGFyZW50U3R5bGUiOnsiJHJlZiI6Ijg4In19LCJIb3Jpem9udGFsQ29ubmVjdG9yU3R5bGUiOnsiJGlkIjoiMzYzIiwiTGluZUNvbG9yIjp7IiRyZWYiOiI5NiJ9LCJMaW5lV2VpZ2h0IjowLjAsIkxpbmVUeXBlIjowLCJQYXJlbnRTdHlsZSI6eyIkcmVmIjoiOTUifX0sIlZlcnRpY2FsQ29ubmVjdG9yU3R5bGUiOnsiJGlkIjoiMzY0IiwiTGluZUNvbG9yIjp7IiRyZWYiOiI5OSJ9LCJMaW5lV2VpZ2h0IjowLjAsIkxpbmVUeXBlIjowLCJQYXJlbnRTdHlsZSI6eyIkcmVmIjoiOTgifX0sIk1hcmdpbiI6bnVsbCwiU3RhcnREYXRlUG9zaXRpb24iOjQsIkVuZERhdGVQb3NpdGlvbiI6NCwiVGl0bGVQb3NpdGlvbiI6MywiRHVyYXRpb25Qb3NpdGlvbiI6NiwiUGVyY2VudGFnZUNvbXBsZXRlZFBvc2l0aW9uIjo2LCJTcGFjaW5nIjo1LCJJc0JlbG93VGltZWJhbmQiOnRydWUsIlBlcmNlbnRhZ2VDb21wbGV0ZVNoYXBlT3BhY2l0eSI6MzUsIlNoYXBlU3R5bGUiOnsiJGlkIjoiMzY1IiwiTWFyZ2luIjp7IiRyZWYiOiIxMDIifSwiUGFkZGluZyI6eyIkcmVmIjoiMTAzIn0sIkJhY2tncm91bmQiOnsiJGlkIjoiMzY2IiwiQ29sb3IiOnsiJGlkIjoiMzY3IiwiQSI6MjU1LCJSIjo5OCwiRyI6MTgxLCJCIjoxMjN9fSwiSXNWaXNpYmxlIjp0cnVlLCJXaWR0aCI6MC4wLCJIZWlnaHQiOjE2LjAsIkJvcmRlclN0eWxlIjp7IiRpZCI6IjM2OCIsIkxpbmVDb2xvciI6eyIkaWQiOiIzNjkiLCIkdHlwZSI6Ik5MUkUuQ29tbW9uLkRvbS5Tb2xpZENvbG9yQnJ1c2gsIE5MUkUuQ29tbW9uIiwiQ29sb3IiOnsiJGlkIjoiMzcwIiwiQSI6MjU1LCJSIjoyNTUsIkciOjAsIkIiOjB9fSwiTGluZVdlaWdodCI6MC4wLCJMaW5lVHlwZSI6MCwiUGFyZW50U3R5bGUiOm51bGx9LCJQYXJlbnRTdHlsZSI6eyIkcmVmIjoiMTAxIn19LCJUaXRsZVN0eWxlIjp7IiRpZCI6IjM3MSIsIkZvbnRTZXR0aW5ncyI6eyIkaWQiOiIzNzIiLCJGb250U2l6ZSI6MTAsIkZvbnROYW1lIjoiQ2FsaWJyaSIsIklzQm9sZCI6dHJ1ZSwiSXNJdGFsaWMiOmZhbHNlLCJJc1VuZGVybGluZWQiOmZhbHNlLCJQYXJlbnRTdHlsZSI6eyIkcmVmIjoiMTA4In19LCJBdXRvU2l6ZSI6MCwiRm9yZWdyb3VuZCI6eyIkaWQiOiIzNzMiLCJDb2xvciI6eyIkaWQiOiIzNzQiLCJBIjoyNTUsIlIiOjcyLCJHIjoxNTQsIkIiOjk3fX0sIk1heFdpZHRoIjo1MS40OTgwMzE2MTYyMTA5MzgsIk1heEhlaWdodCI6IkluZmluaXR5IiwiU21hcnRGb3JlZ3JvdW5kSXNBY3RpdmUiOmZhbHNlLCJIb3Jpem9udGFsQWxpZ25tZW50IjoyLCJWZXJ0aWNhbEFsaWdubWVudCI6MCwiU21hcnRGb3JlZ3JvdW5kIjpudWxsLCJNYXJnaW4iOnsiJHJlZiI6IjExMSJ9LCJQYWRkaW5nIjp7IiRyZWYiOiIxMTIifSwiQmFja2dyb3VuZCI6eyIkcmVmIjoiMTEzIn0sIklzVmlzaWJsZSI6dHJ1ZSwiV2lkdGgiOjAuMCwiSGVpZ2h0IjowLjAsIkJvcmRlclN0eWxlIjp7IiRpZCI6IjM3NSIsIkxpbmVDb2xvciI6bnVsbCwiTGluZVdlaWdodCI6MC4wLCJMaW5lVHlwZSI6MCwiUGFyZW50U3R5bGUiOm51bGx9LCJQYXJlbnRTdHlsZSI6eyIkcmVmIjoiMTA3In19LCJEYXRlU3R5bGUiOnsiJGlkIjoiMzc2IiwiRm9udFNldHRpbmdzIjp7IiRpZCI6IjM3NyIsIkZvbnRTaXplIjoxMCwiRm9udE5hbWUiOiJDYWxpYnJpIiwiSXNCb2xkIjpmYWxzZSwiSXNJdGFsaWMiOmZhbHNlLCJJc1VuZGVybGluZWQiOmZhbHNlLCJQYXJlbnRTdHlsZSI6eyIkcmVmIjoiMTE1In19LCJBdXRvU2l6ZSI6MCwiRm9yZWdyb3VuZCI6eyIkaWQiOiIzNzgiLCJDb2xvciI6eyIkaWQiOiIzNzkiLCJBIjoyNTUsIlIiOjEyNywiRyI6MTI3LCJCIjoxMjd9fSwiTWF4V2lkdGgiOjIwMC4wLCJNYXhIZWlnaHQiOiJJbmZpbml0eSIsIlNtYXJ0Rm9yZWdyb3VuZElzQWN0aXZlIjpmYWxzZSwiSG9yaXpvbnRhbEFsaWdubWVudCI6MCwiVmVydGljYWxBbGlnbm1lbnQiOjAsIlNtYXJ0Rm9yZWdyb3VuZCI6bnVsbCwiTWFyZ2luIjp7IiRyZWYiOiIxMTgifSwiUGFkZGluZyI6eyIkcmVmIjoiMTE5In0sIkJhY2tncm91bmQiOnsiJHJlZiI6IjEyMCJ9LCJJc1Zpc2libGUiOnRydWUsIldpZHRoIjowLjAsIkhlaWdodCI6MC4wLCJCb3JkZXJTdHlsZSI6eyIkaWQiOiIzODAiLCJMaW5lQ29sb3IiOm51bGwsIkxpbmVXZWlnaHQiOjAuMCwiTGluZVR5cGUiOjAsIlBhcmVudFN0eWxlIjpudWxsfSwiUGFyZW50U3R5bGUiOnsiJHJlZiI6IjExNCJ9fSwiRGF0ZUZvcm1hdCI6eyIkaWQiOiIzODEiLCJGb3JtYXRTdHJpbmciOiJNTU0gZCIsIlNlcGFyYXRvciI6Ii8iLCJVc2VJbnRlcm5hdGlvbmFsRGF0ZUZvcm1hdCI6ZmFsc2V9LCJJc1Zpc2libGUiOnRydWUsIlBhcmVudFN0eWxlIjp7IiRyZWYiOiI4MCJ9fSwiSW5kZXgiOjAsIklkIjoiMDZhNmEyMDAtMjFlYS00YWNkLWFjMjAtYjQxZjdiMzdiMGRkIiwiVGl0bGUiOiJUYXNrIDQgSGVyZSIsIk5vdGUiOm51bGwsIkh5cGVybGluayI6bnVsbCwiSXNDaGFuZ2VkIjpmYWxzZSwiSXNOZXciOnRydWV9LHsiJGlkIjoiMzgyIiwiR3JvdXBOYW1lIjpudWxsLCJTdGFydERhdGUiOiIyMDE1LTEwLTA0VDAwOjAwOjAwWiIsIkVuZERhdGUiOiIyMDE1LTExLTA3VDIzOjU5OjU5WiIsIlBlcmNlbnRhZ2VDb21wbGV0ZSI6bnVsbCwiU3R5bGUiOnsiJGlkIjoiMzgzIiwiU2hhcGUiOjIsIlNoYXBlVGhpY2tuZXNzIjoxLCJEdXJhdGlvbkZvcm1hdCI6MCwiSW5jbHVkZU5vbldvcmtpbmdEYXlzSW5EdXJhdGlvbiI6ZmFsc2UsIlBlcmNlbnRhZ2VDb21wbGV0ZVN0eWxlIjp7IiRpZCI6IjM4NCIsIkZvbnRTZXR0aW5ncyI6eyIkaWQiOiIzODUiLCJGb250U2l6ZSI6MTAsIkZvbnROYW1lIjoiQ2FsaWJyaSIsIklzQm9sZCI6ZmFsc2UsIklzSXRhbGljIjpmYWxzZSwiSXNVbmRlcmxpbmVkIjpmYWxzZSwiUGFyZW50U3R5bGUiOnsiJHJlZiI6IjgyIn19LCJBdXRvU2l6ZSI6MCwiRm9yZWdyb3VuZCI6eyIkcmVmIjoiODMifSwiTWF4V2lkdGgiOjIwMC4wLCJNYXhIZWlnaHQiOiJJbmZpbml0eSIsIlNtYXJ0Rm9yZWdyb3VuZElzQWN0aXZlIjpmYWxzZSwiSG9yaXpvbnRhbEFsaWdubWVudCI6MCwiVmVydGljYWxBbGlnbm1lbnQiOjAsIlNtYXJ0Rm9yZWdyb3VuZCI6bnVsbCwiTWFyZ2luIjp7IiRyZWYiOiI4NSJ9LCJQYWRkaW5nIjp7IiRyZWYiOiI4NiJ9LCJCYWNrZ3JvdW5kIjp7IiRyZWYiOiI4NyJ9LCJJc1Zpc2libGUiOnRydWUsIldpZHRoIjowLjAsIkhlaWdodCI6MC4wLCJCb3JkZXJTdHlsZSI6eyIkaWQiOiIzODYiLCJMaW5lQ29sb3IiOm51bGwsIkxpbmVXZWlnaHQiOjAuMCwiTGluZVR5cGUiOjAsIlBhcmVudFN0eWxlIjpudWxsfSwiUGFyZW50U3R5bGUiOnsiJHJlZiI6IjgxIn19LCJEdXJhdGlvblN0eWxlIjp7IiRpZCI6IjM4NyIsIkZvbnRTZXR0aW5ncyI6eyIkaWQiOiIzODgiLCJGb250U2l6ZSI6MTAsIkZvbnROYW1lIjoiQ2FsaWJyaSIsIklzQm9sZCI6ZmFsc2UsIklzSXRhbGljIjpmYWxzZSwiSXNVbmRlcmxpbmVkIjpmYWxzZSwiUGFyZW50U3R5bGUiOnsiJHJlZiI6Ijg5In19LCJBdXRvU2l6ZSI6MCwiRm9yZWdyb3VuZCI6eyIkaWQiOiIzODkiLCJDb2xvciI6eyIkaWQiOiIzOTAiLCJBIjoyNTUsIlIiOjE5MiwiRyI6ODAsIkIiOjc3fX0sIk1heFdpZHRoIjoyMDAuMCwiTWF4SGVpZ2h0IjoiSW5maW5pdHkiLCJTbWFydEZvcmVncm91bmRJc0FjdGl2ZSI6ZmFsc2UsIkhvcml6b250YWxBbGlnbm1lbnQiOjAsIlZlcnRpY2FsQWxpZ25tZW50IjowLCJTbWFydEZvcmVncm91bmQiOm51bGwsIk1hcmdpbiI6eyIkcmVmIjoiOTIifSwiUGFkZGluZyI6eyIkcmVmIjoiOTMifSwiQmFja2dyb3VuZCI6eyIkcmVmIjoiOTQifSwiSXNWaXNpYmxlIjp0cnVlLCJXaWR0aCI6MC4wLCJIZWlnaHQiOjAuMCwiQm9yZGVyU3R5bGUiOnsiJGlkIjoiMzkxIiwiTGluZUNvbG9yIjpudWxsLCJMaW5lV2VpZ2h0IjowLjAsIkxpbmVUeXBlIjowLCJQYXJlbnRTdHlsZSI6bnVsbH0sIlBhcmVudFN0eWxlIjp7IiRyZWYiOiI4OCJ9fSwiSG9yaXpvbnRhbENvbm5lY3RvclN0eWxlIjp7IiRpZCI6IjM5MiIsIkxpbmVDb2xvciI6eyIkcmVmIjoiOTYifSwiTGluZVdlaWdodCI6MC4wLCJMaW5lVHlwZSI6MCwiUGFyZW50U3R5bGUiOnsiJHJlZiI6Ijk1In19LCJWZXJ0aWNhbENvbm5lY3RvclN0eWxlIjp7IiRpZCI6IjM5MyIsIkxpbmVDb2xvciI6eyIkcmVmIjoiOTkifSwiTGluZVdlaWdodCI6MC4wLCJMaW5lVHlwZSI6MCwiUGFyZW50U3R5bGUiOnsiJHJlZiI6Ijk4In19LCJNYXJnaW4iOm51bGwsIlN0YXJ0RGF0ZVBvc2l0aW9uIjo0LCJFbmREYXRlUG9zaXRpb24iOjQsIlRpdGxlUG9zaXRpb24iOjMsIkR1cmF0aW9uUG9zaXRpb24iOjYsIlBlcmNlbnRhZ2VDb21wbGV0ZWRQb3NpdGlvbiI6NiwiU3BhY2luZyI6NSwiSXNCZWxvd1RpbWViYW5kIjp0cnVlLCJQZXJjZW50YWdlQ29tcGxldGVTaGFwZU9wYWNpdHkiOjM1LCJTaGFwZVN0eWxlIjp7IiRpZCI6IjM5NCIsIk1hcmdpbiI6eyIkcmVmIjoiMTAyIn0sIlBhZGRpbmciOnsiJHJlZiI6IjEwMyJ9LCJCYWNrZ3JvdW5kIjp7IiRpZCI6IjM5NSIsIkNvbG9yIjp7IiRpZCI6IjM5NiIsIkEiOjI1NSwiUiI6OTgsIkciOjE4MSwiQiI6MTIzfX0sIklzVmlzaWJsZSI6dHJ1ZSwiV2lkdGgiOjAuMCwiSGVpZ2h0IjoxNi4wLCJCb3JkZXJTdHlsZSI6eyIkaWQiOiIzOTciLCJMaW5lQ29sb3IiOnsiJGlkIjoiMzk4IiwiJHR5cGUiOiJOTFJFLkNvbW1vbi5Eb20uU29saWRDb2xvckJydXNoLCBOTFJFLkNvbW1vbiIsIkNvbG9yIjp7IiRpZCI6IjM5OSIsIkEiOjI1NSwiUiI6MjU1LCJHIjowLCJCIjowfX0sIkxpbmVXZWlnaHQiOjAuMCwiTGluZVR5cGUiOjAsIlBhcmVudFN0eWxlIjpudWxsfSwiUGFyZW50U3R5bGUiOnsiJHJlZiI6IjEwMSJ9fSwiVGl0bGVTdHlsZSI6eyIkaWQiOiI0MDAiLCJGb250U2V0dGluZ3MiOnsiJGlkIjoiNDAxIiwiRm9udFNpemUiOjEwLCJGb250TmFtZSI6IkNhbGlicmkiLCJJc0JvbGQiOnRydWUsIklzSXRhbGljIjpmYWxzZSwiSXNVbmRlcmxpbmVkIjpmYWxzZSwiUGFyZW50U3R5bGUiOnsiJHJlZiI6IjEwOCJ9fSwiQXV0b1NpemUiOjAsIkZvcmVncm91bmQiOnsiJGlkIjoiNDAyIiwiQ29sb3IiOnsiJGlkIjoiNDAzIiwiQSI6MjU1LCJSIjo3MiwiRyI6MTU0LCJCIjo5N319LCJNYXhXaWR0aCI6NTEuMTE5NDQ5NjE1NDc4NTE2LCJNYXhIZWlnaHQiOiJJbmZpbml0eSIsIlNtYXJ0Rm9yZWdyb3VuZElzQWN0aXZlIjpmYWxzZSwiSG9yaXpvbnRhbEFsaWdubWVudCI6MiwiVmVydGljYWxBbGlnbm1lbnQiOjAsIlNtYXJ0Rm9yZWdyb3VuZCI6bnVsbCwiTWFyZ2luIjp7IiRyZWYiOiIxMTEifSwiUGFkZGluZyI6eyIkcmVmIjoiMTEyIn0sIkJhY2tncm91bmQiOnsiJHJlZiI6IjExMyJ9LCJJc1Zpc2libGUiOnRydWUsIldpZHRoIjowLjAsIkhlaWdodCI6MC4wLCJCb3JkZXJTdHlsZSI6eyIkaWQiOiI0MDQiLCJMaW5lQ29sb3IiOm51bGwsIkxpbmVXZWlnaHQiOjAuMCwiTGluZVR5cGUiOjAsIlBhcmVudFN0eWxlIjpudWxsfSwiUGFyZW50U3R5bGUiOnsiJHJlZiI6IjEwNyJ9fSwiRGF0ZVN0eWxlIjp7IiRpZCI6IjQwNSIsIkZvbnRTZXR0aW5ncyI6eyIkaWQiOiI0MDYiLCJGb250U2l6ZSI6MTAsIkZvbnROYW1lIjoiQ2FsaWJyaSIsIklzQm9sZCI6ZmFsc2UsIklzSXRhbGljIjpmYWxzZSwiSXNVbmRlcmxpbmVkIjpmYWxzZSwiUGFyZW50U3R5bGUiOnsiJHJlZiI6IjExNSJ9fSwiQXV0b1NpemUiOjAsIkZvcmVncm91bmQiOnsiJGlkIjoiNDA3IiwiQ29sb3IiOnsiJGlkIjoiNDA4IiwiQSI6MjU1LCJSIjoxMjcsIkciOjEyNywiQiI6MTI3fX0sIk1heFdpZHRoIjoyMDAuMCwiTWF4SGVpZ2h0IjoiSW5maW5pdHkiLCJTbWFydEZvcmVncm91bmRJc0FjdGl2ZSI6ZmFsc2UsIkhvcml6b250YWxBbGlnbm1lbnQiOjAsIlZlcnRpY2FsQWxpZ25tZW50IjowLCJTbWFydEZvcmVncm91bmQiOm51bGwsIk1hcmdpbiI6eyIkcmVmIjoiMTE4In0sIlBhZGRpbmciOnsiJHJlZiI6IjExOSJ9LCJCYWNrZ3JvdW5kIjp7IiRyZWYiOiIxMjAifSwiSXNWaXNpYmxlIjp0cnVlLCJXaWR0aCI6MC4wLCJIZWlnaHQiOjAuMCwiQm9yZGVyU3R5bGUiOnsiJGlkIjoiNDA5IiwiTGluZUNvbG9yIjpudWxsLCJMaW5lV2VpZ2h0IjowLjAsIkxpbmVUeXBlIjowLCJQYXJlbnRTdHlsZSI6bnVsbH0sIlBhcmVudFN0eWxlIjp7IiRyZWYiOiIxMTQifX0sIkRhdGVGb3JtYXQiOnsiJGlkIjoiNDEwIiwiRm9ybWF0U3RyaW5nIjoiTU1NIGQiLCJTZXBhcmF0b3IiOiIvIiwiVXNlSW50ZXJuYXRpb25hbERhdGVGb3JtYXQiOmZhbHNlfSwiSXNWaXNpYmxlIjp0cnVlLCJQYXJlbnRTdHlsZSI6eyIkcmVmIjoiODAifX0sIkluZGV4IjowLCJJZCI6ImU2ZjVjOTE4LWJkZDYtNDlhMS1hYzkxLTljZjIyNDY4YTIzYiIsIlRpdGxlIjoiVGFzayA1IEhlcmUiLCJOb3RlIjpudWxsLCJIeXBlcmxpbmsiOm51bGwsIklzQ2hhbmdlZCI6ZmFsc2UsIklzTmV3Ijp0cnVlfV0sIlNldHRpbmdzIjp7IiRpZCI6IjQxMSIsIkltcGFPcHRpb25zIjpudWxsLCJVc2VDb21wcmVzc2lvbiI6ZmFsc2UsIkNvbXByZXNpb25QZXJjZW50YWdlIjo1MC4wLCJJbmFjdGl2ZUludGVydmFsV2lkdGhUaHJlc2hvbGQiOjMwLjAsIkluYWN0aXZlSW50ZXJ2YWxXaWR0aCI6MS4wLCJTcGxpdFRhc2tzIjpmYWxzZSwiVXNlQ2x1c3RlciI6ZmFsc2UsIkVwc2lsb24iOjAuMCwiTWluUG9pbnRzVG9Gb3JtQUNsdXN0ZXIiOjIsIkdlbmVyYXRlSW52aXNpYmxlU2hhcGVzIjp0cnVlLCJTbWFydFRpbWVsaW5lVGFza1BlcmNlbnRhZ2VGaXQiOmZhbHNlfSwiSXNOZXciOnRydWV9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230</Words>
  <Application>Microsoft Office PowerPoint</Application>
  <PresentationFormat>Custom</PresentationFormat>
  <Paragraphs>62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2015-04-22T13:43:42Z</dcterms:created>
  <dcterms:modified xsi:type="dcterms:W3CDTF">2015-12-14T14:41:20Z</dcterms:modified>
</cp:coreProperties>
</file>