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Make comparison Eindhoven population vs people with COPD worldwide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Put a lot of Eindhoven pictures as </a:t>
            </a:r>
          </a:p>
          <a:p>
            <a:r>
              <a:rPr lang="en-US" dirty="0" smtClean="0"/>
              <a:t>COPD people/inhabitants Eindhoven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1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Make comparison Eindhoven population vs people with COPD worldwide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comparison Eindhoven population vs people with COPD worldwide</dc:title>
  <dc:creator>Spina, Gabriele</dc:creator>
  <cp:lastModifiedBy>Philips</cp:lastModifiedBy>
  <cp:revision>1</cp:revision>
  <dcterms:created xsi:type="dcterms:W3CDTF">2006-08-16T00:00:00Z</dcterms:created>
  <dcterms:modified xsi:type="dcterms:W3CDTF">2015-11-26T09:47:27Z</dcterms:modified>
</cp:coreProperties>
</file>