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/>
              <a:t>Life expetancy at birth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World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Sheet1!$A$2:$A$60</c:f>
              <c:strCache>
                <c:ptCount val="55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52.475276988941665</c:v>
                </c:pt>
                <c:pt idx="1">
                  <c:v>52.981369571890639</c:v>
                </c:pt>
                <c:pt idx="2">
                  <c:v>53.404885118125982</c:v>
                </c:pt>
                <c:pt idx="3">
                  <c:v>53.936376213096032</c:v>
                </c:pt>
                <c:pt idx="4">
                  <c:v>54.614053422904412</c:v>
                </c:pt>
                <c:pt idx="5">
                  <c:v>55.281662361020288</c:v>
                </c:pt>
                <c:pt idx="6">
                  <c:v>56.021273541774654</c:v>
                </c:pt>
                <c:pt idx="7">
                  <c:v>56.734549025674411</c:v>
                </c:pt>
                <c:pt idx="8">
                  <c:v>57.341541415469379</c:v>
                </c:pt>
                <c:pt idx="9">
                  <c:v>57.957181029763703</c:v>
                </c:pt>
                <c:pt idx="10">
                  <c:v>58.550720776028236</c:v>
                </c:pt>
                <c:pt idx="11">
                  <c:v>59.07925005414414</c:v>
                </c:pt>
                <c:pt idx="12">
                  <c:v>59.567645818676233</c:v>
                </c:pt>
                <c:pt idx="13">
                  <c:v>60.016959319761931</c:v>
                </c:pt>
                <c:pt idx="14">
                  <c:v>60.511435108216766</c:v>
                </c:pt>
                <c:pt idx="15">
                  <c:v>60.956269589674633</c:v>
                </c:pt>
                <c:pt idx="16">
                  <c:v>61.375904416179957</c:v>
                </c:pt>
                <c:pt idx="17">
                  <c:v>61.796968581713365</c:v>
                </c:pt>
                <c:pt idx="18">
                  <c:v>62.156325103886779</c:v>
                </c:pt>
                <c:pt idx="19">
                  <c:v>62.516194658808566</c:v>
                </c:pt>
                <c:pt idx="20">
                  <c:v>62.800589347854157</c:v>
                </c:pt>
                <c:pt idx="21">
                  <c:v>63.139290678268438</c:v>
                </c:pt>
                <c:pt idx="22">
                  <c:v>63.461266886074867</c:v>
                </c:pt>
                <c:pt idx="23">
                  <c:v>63.70526929104124</c:v>
                </c:pt>
                <c:pt idx="24">
                  <c:v>63.965643311750014</c:v>
                </c:pt>
                <c:pt idx="25">
                  <c:v>64.217857349893634</c:v>
                </c:pt>
                <c:pt idx="26">
                  <c:v>64.51499284404467</c:v>
                </c:pt>
                <c:pt idx="27">
                  <c:v>64.76676826047391</c:v>
                </c:pt>
                <c:pt idx="28">
                  <c:v>64.971865633952888</c:v>
                </c:pt>
                <c:pt idx="29">
                  <c:v>65.190464570776768</c:v>
                </c:pt>
                <c:pt idx="30">
                  <c:v>65.38596913213371</c:v>
                </c:pt>
                <c:pt idx="31">
                  <c:v>65.57451350929118</c:v>
                </c:pt>
                <c:pt idx="32">
                  <c:v>65.738894076493807</c:v>
                </c:pt>
                <c:pt idx="33">
                  <c:v>65.864005244431198</c:v>
                </c:pt>
                <c:pt idx="34">
                  <c:v>66.072375657045782</c:v>
                </c:pt>
                <c:pt idx="35">
                  <c:v>66.28304463412023</c:v>
                </c:pt>
                <c:pt idx="36">
                  <c:v>66.564600935243121</c:v>
                </c:pt>
                <c:pt idx="37">
                  <c:v>66.857456827564135</c:v>
                </c:pt>
                <c:pt idx="38">
                  <c:v>67.101176475815095</c:v>
                </c:pt>
                <c:pt idx="39">
                  <c:v>67.339068762456677</c:v>
                </c:pt>
                <c:pt idx="40">
                  <c:v>67.60631400414951</c:v>
                </c:pt>
                <c:pt idx="41">
                  <c:v>67.902874828381414</c:v>
                </c:pt>
                <c:pt idx="42">
                  <c:v>68.158262991387772</c:v>
                </c:pt>
                <c:pt idx="43">
                  <c:v>68.422889640181509</c:v>
                </c:pt>
                <c:pt idx="44">
                  <c:v>68.752357767645151</c:v>
                </c:pt>
                <c:pt idx="45">
                  <c:v>69.013471258722873</c:v>
                </c:pt>
                <c:pt idx="46">
                  <c:v>69.339131428812948</c:v>
                </c:pt>
                <c:pt idx="47">
                  <c:v>69.641901312423897</c:v>
                </c:pt>
                <c:pt idx="48">
                  <c:v>69.914760168863381</c:v>
                </c:pt>
                <c:pt idx="49">
                  <c:v>70.220397448259178</c:v>
                </c:pt>
                <c:pt idx="50">
                  <c:v>70.485515720703006</c:v>
                </c:pt>
                <c:pt idx="51">
                  <c:v>70.764684054526697</c:v>
                </c:pt>
                <c:pt idx="52">
                  <c:v>71.003817522262565</c:v>
                </c:pt>
                <c:pt idx="53">
                  <c:v>71.241327150986663</c:v>
                </c:pt>
                <c:pt idx="54">
                  <c:v>71.451745029251981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Japan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Sheet1!$A$2:$A$60</c:f>
              <c:strCache>
                <c:ptCount val="55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</c:strCache>
            </c:strRef>
          </c:cat>
          <c:val>
            <c:numRef>
              <c:f>Sheet1!$C$2:$C$56</c:f>
              <c:numCache>
                <c:formatCode>General</c:formatCode>
                <c:ptCount val="55"/>
                <c:pt idx="0">
                  <c:v>67.666097560975629</c:v>
                </c:pt>
                <c:pt idx="1">
                  <c:v>68.310000000000016</c:v>
                </c:pt>
                <c:pt idx="2">
                  <c:v>68.594878048780501</c:v>
                </c:pt>
                <c:pt idx="3">
                  <c:v>69.658048780487832</c:v>
                </c:pt>
                <c:pt idx="4">
                  <c:v>70.132439024390251</c:v>
                </c:pt>
                <c:pt idx="5">
                  <c:v>70.201951219512196</c:v>
                </c:pt>
                <c:pt idx="6">
                  <c:v>70.986585365853671</c:v>
                </c:pt>
                <c:pt idx="7">
                  <c:v>71.276585365853663</c:v>
                </c:pt>
                <c:pt idx="8">
                  <c:v>71.61121951219512</c:v>
                </c:pt>
                <c:pt idx="9">
                  <c:v>71.838780487804883</c:v>
                </c:pt>
                <c:pt idx="10">
                  <c:v>71.950243902439027</c:v>
                </c:pt>
                <c:pt idx="11">
                  <c:v>72.882926829268314</c:v>
                </c:pt>
                <c:pt idx="12">
                  <c:v>73.506585365853667</c:v>
                </c:pt>
                <c:pt idx="13">
                  <c:v>73.757560975609749</c:v>
                </c:pt>
                <c:pt idx="14">
                  <c:v>74.393902439024387</c:v>
                </c:pt>
                <c:pt idx="15">
                  <c:v>75.057317073170736</c:v>
                </c:pt>
                <c:pt idx="16">
                  <c:v>75.456829268292708</c:v>
                </c:pt>
                <c:pt idx="17">
                  <c:v>75.898292682926837</c:v>
                </c:pt>
                <c:pt idx="18">
                  <c:v>76.038292682926837</c:v>
                </c:pt>
                <c:pt idx="19">
                  <c:v>76.337560975609776</c:v>
                </c:pt>
                <c:pt idx="20">
                  <c:v>76.091707317073173</c:v>
                </c:pt>
                <c:pt idx="21">
                  <c:v>76.41439024390246</c:v>
                </c:pt>
                <c:pt idx="22">
                  <c:v>76.922926829268306</c:v>
                </c:pt>
                <c:pt idx="23">
                  <c:v>76.961463414634167</c:v>
                </c:pt>
                <c:pt idx="24">
                  <c:v>77.365365853658531</c:v>
                </c:pt>
                <c:pt idx="25">
                  <c:v>77.65048780487804</c:v>
                </c:pt>
                <c:pt idx="26">
                  <c:v>78.064634146341476</c:v>
                </c:pt>
                <c:pt idx="27">
                  <c:v>78.483658536585381</c:v>
                </c:pt>
                <c:pt idx="28">
                  <c:v>78.399268292682933</c:v>
                </c:pt>
                <c:pt idx="29">
                  <c:v>78.818048780487814</c:v>
                </c:pt>
                <c:pt idx="30">
                  <c:v>78.836829268292689</c:v>
                </c:pt>
                <c:pt idx="31">
                  <c:v>79.100731707317081</c:v>
                </c:pt>
                <c:pt idx="32">
                  <c:v>79.153902439024392</c:v>
                </c:pt>
                <c:pt idx="33">
                  <c:v>79.293658536585369</c:v>
                </c:pt>
                <c:pt idx="34">
                  <c:v>79.687073170731708</c:v>
                </c:pt>
                <c:pt idx="35">
                  <c:v>79.536341463414658</c:v>
                </c:pt>
                <c:pt idx="36">
                  <c:v>80.200243902439041</c:v>
                </c:pt>
                <c:pt idx="37">
                  <c:v>80.424146341463413</c:v>
                </c:pt>
                <c:pt idx="38">
                  <c:v>80.501463414634159</c:v>
                </c:pt>
                <c:pt idx="39">
                  <c:v>80.570731707317094</c:v>
                </c:pt>
                <c:pt idx="40">
                  <c:v>81.076097560975626</c:v>
                </c:pt>
                <c:pt idx="41">
                  <c:v>81.417073170731712</c:v>
                </c:pt>
                <c:pt idx="42">
                  <c:v>81.563414634146341</c:v>
                </c:pt>
                <c:pt idx="43">
                  <c:v>81.760000000000005</c:v>
                </c:pt>
                <c:pt idx="44">
                  <c:v>82.03024390243904</c:v>
                </c:pt>
                <c:pt idx="45">
                  <c:v>81.925121951219523</c:v>
                </c:pt>
                <c:pt idx="46">
                  <c:v>82.321951219512201</c:v>
                </c:pt>
                <c:pt idx="47">
                  <c:v>82.507073170731715</c:v>
                </c:pt>
                <c:pt idx="48">
                  <c:v>82.587560975609776</c:v>
                </c:pt>
                <c:pt idx="49">
                  <c:v>82.931463414634152</c:v>
                </c:pt>
                <c:pt idx="50">
                  <c:v>82.842682926829269</c:v>
                </c:pt>
                <c:pt idx="51">
                  <c:v>82.591219512195138</c:v>
                </c:pt>
                <c:pt idx="52">
                  <c:v>83.096097560975608</c:v>
                </c:pt>
                <c:pt idx="53">
                  <c:v>83.331951219512206</c:v>
                </c:pt>
                <c:pt idx="54">
                  <c:v>83.5878048780488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Netherlands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Sheet1!$A$2:$A$60</c:f>
              <c:strCache>
                <c:ptCount val="55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  <c:pt idx="15">
                  <c:v>1975</c:v>
                </c:pt>
                <c:pt idx="16">
                  <c:v>1976</c:v>
                </c:pt>
                <c:pt idx="17">
                  <c:v>1977</c:v>
                </c:pt>
                <c:pt idx="18">
                  <c:v>1978</c:v>
                </c:pt>
                <c:pt idx="19">
                  <c:v>1979</c:v>
                </c:pt>
                <c:pt idx="20">
                  <c:v>1980</c:v>
                </c:pt>
                <c:pt idx="21">
                  <c:v>1981</c:v>
                </c:pt>
                <c:pt idx="22">
                  <c:v>1982</c:v>
                </c:pt>
                <c:pt idx="23">
                  <c:v>1983</c:v>
                </c:pt>
                <c:pt idx="24">
                  <c:v>1984</c:v>
                </c:pt>
                <c:pt idx="25">
                  <c:v>1985</c:v>
                </c:pt>
                <c:pt idx="26">
                  <c:v>1986</c:v>
                </c:pt>
                <c:pt idx="27">
                  <c:v>1987</c:v>
                </c:pt>
                <c:pt idx="28">
                  <c:v>1988</c:v>
                </c:pt>
                <c:pt idx="29">
                  <c:v>1989</c:v>
                </c:pt>
                <c:pt idx="30">
                  <c:v>1990</c:v>
                </c:pt>
                <c:pt idx="31">
                  <c:v>1991</c:v>
                </c:pt>
                <c:pt idx="32">
                  <c:v>1992</c:v>
                </c:pt>
                <c:pt idx="33">
                  <c:v>1993</c:v>
                </c:pt>
                <c:pt idx="34">
                  <c:v>1994</c:v>
                </c:pt>
                <c:pt idx="35">
                  <c:v>1995</c:v>
                </c:pt>
                <c:pt idx="36">
                  <c:v>1996</c:v>
                </c:pt>
                <c:pt idx="37">
                  <c:v>1997</c:v>
                </c:pt>
                <c:pt idx="38">
                  <c:v>1998</c:v>
                </c:pt>
                <c:pt idx="39">
                  <c:v>1999</c:v>
                </c:pt>
                <c:pt idx="40">
                  <c:v>2000</c:v>
                </c:pt>
                <c:pt idx="41">
                  <c:v>2001</c:v>
                </c:pt>
                <c:pt idx="42">
                  <c:v>2002</c:v>
                </c:pt>
                <c:pt idx="43">
                  <c:v>2003</c:v>
                </c:pt>
                <c:pt idx="44">
                  <c:v>2004</c:v>
                </c:pt>
                <c:pt idx="45">
                  <c:v>2005</c:v>
                </c:pt>
                <c:pt idx="46">
                  <c:v>2006</c:v>
                </c:pt>
                <c:pt idx="47">
                  <c:v>2007</c:v>
                </c:pt>
                <c:pt idx="48">
                  <c:v>2008</c:v>
                </c:pt>
                <c:pt idx="49">
                  <c:v>2009</c:v>
                </c:pt>
                <c:pt idx="50">
                  <c:v>2010</c:v>
                </c:pt>
                <c:pt idx="51">
                  <c:v>2011</c:v>
                </c:pt>
                <c:pt idx="52">
                  <c:v>2012</c:v>
                </c:pt>
                <c:pt idx="53">
                  <c:v>2013</c:v>
                </c:pt>
                <c:pt idx="54">
                  <c:v>2014</c:v>
                </c:pt>
              </c:strCache>
            </c:strRef>
          </c:cat>
          <c:val>
            <c:numRef>
              <c:f>Sheet1!$D$2:$D$56</c:f>
              <c:numCache>
                <c:formatCode>General</c:formatCode>
                <c:ptCount val="55"/>
                <c:pt idx="0">
                  <c:v>73.392682926829266</c:v>
                </c:pt>
                <c:pt idx="1">
                  <c:v>73.652682926829272</c:v>
                </c:pt>
                <c:pt idx="2">
                  <c:v>73.323902439024408</c:v>
                </c:pt>
                <c:pt idx="3">
                  <c:v>73.337073170731713</c:v>
                </c:pt>
                <c:pt idx="4">
                  <c:v>73.704146341463428</c:v>
                </c:pt>
                <c:pt idx="5">
                  <c:v>73.568780487804887</c:v>
                </c:pt>
                <c:pt idx="6">
                  <c:v>73.512926829268309</c:v>
                </c:pt>
                <c:pt idx="7">
                  <c:v>73.804146341463422</c:v>
                </c:pt>
                <c:pt idx="8">
                  <c:v>73.612682926829279</c:v>
                </c:pt>
                <c:pt idx="9">
                  <c:v>73.539512195121972</c:v>
                </c:pt>
                <c:pt idx="10">
                  <c:v>73.585609756097568</c:v>
                </c:pt>
                <c:pt idx="11">
                  <c:v>73.809512195121968</c:v>
                </c:pt>
                <c:pt idx="12">
                  <c:v>73.727073170731728</c:v>
                </c:pt>
                <c:pt idx="13">
                  <c:v>74.143902439024401</c:v>
                </c:pt>
                <c:pt idx="14">
                  <c:v>74.536829268292692</c:v>
                </c:pt>
                <c:pt idx="15">
                  <c:v>74.498780487804893</c:v>
                </c:pt>
                <c:pt idx="16">
                  <c:v>74.647073170731716</c:v>
                </c:pt>
                <c:pt idx="17">
                  <c:v>75.221463414634158</c:v>
                </c:pt>
                <c:pt idx="18">
                  <c:v>75.145121951219522</c:v>
                </c:pt>
                <c:pt idx="19">
                  <c:v>75.606097560975613</c:v>
                </c:pt>
                <c:pt idx="20">
                  <c:v>75.743170731707323</c:v>
                </c:pt>
                <c:pt idx="21">
                  <c:v>75.934390243902456</c:v>
                </c:pt>
                <c:pt idx="22">
                  <c:v>75.988536585365864</c:v>
                </c:pt>
                <c:pt idx="23">
                  <c:v>76.164146341463422</c:v>
                </c:pt>
                <c:pt idx="24">
                  <c:v>76.233170731707318</c:v>
                </c:pt>
                <c:pt idx="25">
                  <c:v>76.284634146341475</c:v>
                </c:pt>
                <c:pt idx="26">
                  <c:v>76.270487804878059</c:v>
                </c:pt>
                <c:pt idx="27">
                  <c:v>76.70512195121951</c:v>
                </c:pt>
                <c:pt idx="28">
                  <c:v>76.890243902439025</c:v>
                </c:pt>
                <c:pt idx="29">
                  <c:v>76.734146341463429</c:v>
                </c:pt>
                <c:pt idx="30">
                  <c:v>76.878048780487802</c:v>
                </c:pt>
                <c:pt idx="31">
                  <c:v>77.000000000000014</c:v>
                </c:pt>
                <c:pt idx="32">
                  <c:v>77.217073170731723</c:v>
                </c:pt>
                <c:pt idx="33">
                  <c:v>76.916585365853663</c:v>
                </c:pt>
                <c:pt idx="34">
                  <c:v>77.375121951219512</c:v>
                </c:pt>
                <c:pt idx="35">
                  <c:v>77.404634146341479</c:v>
                </c:pt>
                <c:pt idx="36">
                  <c:v>77.435609756097563</c:v>
                </c:pt>
                <c:pt idx="37">
                  <c:v>77.794390243902441</c:v>
                </c:pt>
                <c:pt idx="38">
                  <c:v>77.882926829268314</c:v>
                </c:pt>
                <c:pt idx="39">
                  <c:v>77.836585365853665</c:v>
                </c:pt>
                <c:pt idx="40">
                  <c:v>77.987804878048792</c:v>
                </c:pt>
                <c:pt idx="41">
                  <c:v>78.190243902439036</c:v>
                </c:pt>
                <c:pt idx="42">
                  <c:v>78.292682926829272</c:v>
                </c:pt>
                <c:pt idx="43">
                  <c:v>78.492682926829289</c:v>
                </c:pt>
                <c:pt idx="44">
                  <c:v>79.095121951219525</c:v>
                </c:pt>
                <c:pt idx="45">
                  <c:v>79.346341463414646</c:v>
                </c:pt>
                <c:pt idx="46">
                  <c:v>79.697560975609761</c:v>
                </c:pt>
                <c:pt idx="47">
                  <c:v>80.097560975609753</c:v>
                </c:pt>
                <c:pt idx="48">
                  <c:v>80.251219512195121</c:v>
                </c:pt>
                <c:pt idx="49">
                  <c:v>80.548780487804891</c:v>
                </c:pt>
                <c:pt idx="50">
                  <c:v>80.702439024390245</c:v>
                </c:pt>
                <c:pt idx="51">
                  <c:v>81.2048780487805</c:v>
                </c:pt>
                <c:pt idx="52">
                  <c:v>81.104878048780492</c:v>
                </c:pt>
                <c:pt idx="53">
                  <c:v>81.304878048780495</c:v>
                </c:pt>
                <c:pt idx="54">
                  <c:v>81.304878048780495</c:v>
                </c:pt>
              </c:numCache>
            </c:numRef>
          </c:val>
          <c:smooth val="0"/>
        </c:ser>
        <c:dLbls>
          <c:dLblPos val="t"/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295576696"/>
        <c:axId val="295577872"/>
      </c:lineChart>
      <c:catAx>
        <c:axId val="2955766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Year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295577872"/>
        <c:crosses val="autoZero"/>
        <c:auto val="1"/>
        <c:lblAlgn val="ctr"/>
        <c:lblOffset val="100"/>
        <c:noMultiLvlLbl val="0"/>
      </c:catAx>
      <c:valAx>
        <c:axId val="295577872"/>
        <c:scaling>
          <c:orientation val="minMax"/>
          <c:max val="85"/>
          <c:min val="5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nl-NL"/>
                  <a:t>Years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nl-N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295576696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legend>
    <c:plotVisOnly val="1"/>
    <c:dispBlanksAs val="gap"/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EBB3E-CED8-4F98-9211-25621BA7D5CE}" type="datetimeFigureOut">
              <a:rPr lang="nl-NL" smtClean="0"/>
              <a:t>16-5-2016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7BB8D-5D1E-46B3-81A8-18C77F34834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2395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7BB8D-5D1E-46B3-81A8-18C77F348343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33950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7BB8D-5D1E-46B3-81A8-18C77F348343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6751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604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918895" cy="365125"/>
          </a:xfrm>
        </p:spPr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47545" y="6356351"/>
            <a:ext cx="6435475" cy="365125"/>
          </a:xfrm>
        </p:spPr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3020" y="6356351"/>
            <a:ext cx="532330" cy="365125"/>
          </a:xfrm>
        </p:spPr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224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13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25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8538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1953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219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95245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30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5619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795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48AAB-BA51-4EC1-A9CC-00D5425D0EC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620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Browallia New" panose="020B0604020202020204" pitchFamily="34" charset="-34"/>
                <a:cs typeface="Browallia New" panose="020B0604020202020204" pitchFamily="34" charset="-34"/>
              </a:rPr>
              <a:t>Daily-life training and monitoring methodologies for chronic obstructive pulmonary disease </a:t>
            </a:r>
            <a:r>
              <a:rPr lang="en-US" dirty="0" smtClean="0">
                <a:latin typeface="Browallia New" panose="020B0604020202020204" pitchFamily="34" charset="-34"/>
                <a:cs typeface="Browallia New" panose="020B0604020202020204" pitchFamily="34" charset="-34"/>
              </a:rPr>
              <a:t>patients</a:t>
            </a:r>
            <a:endParaRPr lang="nl-NL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Browallia New" panose="020B0604020202020204" pitchFamily="34" charset="-34"/>
                <a:cs typeface="Browallia New" panose="020B0604020202020204" pitchFamily="34" charset="-34"/>
              </a:rPr>
              <a:t>By Gabriele Spina</a:t>
            </a:r>
          </a:p>
          <a:p>
            <a:r>
              <a:rPr lang="en-US" dirty="0" smtClean="0">
                <a:latin typeface="Browallia New" panose="020B0604020202020204" pitchFamily="34" charset="-34"/>
                <a:cs typeface="Browallia New" panose="020B0604020202020204" pitchFamily="34" charset="-34"/>
              </a:rPr>
              <a:t>02-06-2016</a:t>
            </a:r>
            <a:endParaRPr lang="nl-NL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135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rowallia New" panose="020B0604020202020204" pitchFamily="34" charset="-34"/>
                <a:cs typeface="Browallia New" panose="020B0604020202020204" pitchFamily="34" charset="-34"/>
              </a:rPr>
              <a:t>Introduction</a:t>
            </a:r>
            <a:endParaRPr lang="nl-NL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graphicFrame>
        <p:nvGraphicFramePr>
          <p:cNvPr id="23" name="Content Placeholder 2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11155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Daily-life training and monitoring methodologies for chronic obstructive pulmonary disease patients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2</a:t>
            </a:fld>
            <a:endParaRPr lang="nl-NL"/>
          </a:p>
        </p:txBody>
      </p:sp>
      <p:sp>
        <p:nvSpPr>
          <p:cNvPr id="26" name="Rectangle 25"/>
          <p:cNvSpPr/>
          <p:nvPr/>
        </p:nvSpPr>
        <p:spPr>
          <a:xfrm>
            <a:off x="1217877" y="5992297"/>
            <a:ext cx="25971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11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Source: World Development Indicators</a:t>
            </a:r>
            <a:endParaRPr lang="nl-NL" sz="1100" dirty="0"/>
          </a:p>
        </p:txBody>
      </p:sp>
    </p:spTree>
    <p:extLst>
      <p:ext uri="{BB962C8B-B14F-4D97-AF65-F5344CB8AC3E}">
        <p14:creationId xmlns:p14="http://schemas.microsoft.com/office/powerpoint/2010/main" val="3063659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3</a:t>
            </a:fld>
            <a:endParaRPr lang="nl-NL"/>
          </a:p>
        </p:txBody>
      </p:sp>
      <p:sp>
        <p:nvSpPr>
          <p:cNvPr id="8" name="Text Placeholder 7"/>
          <p:cNvSpPr txBox="1">
            <a:spLocks/>
          </p:cNvSpPr>
          <p:nvPr/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mtClean="0"/>
              <a:t>Before 20</a:t>
            </a:r>
            <a:r>
              <a:rPr lang="en-US" baseline="30000" smtClean="0"/>
              <a:t>th</a:t>
            </a:r>
            <a:r>
              <a:rPr lang="en-US" smtClean="0"/>
              <a:t> century</a:t>
            </a:r>
            <a:endParaRPr lang="nl-NL" dirty="0"/>
          </a:p>
        </p:txBody>
      </p:sp>
      <p:pic>
        <p:nvPicPr>
          <p:cNvPr id="9" name="Content Placeholder 11"/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25" y="2505075"/>
            <a:ext cx="3021362" cy="3684588"/>
          </a:xfrm>
          <a:prstGeom prst="rect">
            <a:avLst/>
          </a:prstGeom>
        </p:spPr>
      </p:pic>
      <p:sp>
        <p:nvSpPr>
          <p:cNvPr id="10" name="Text Placeholder 9"/>
          <p:cNvSpPr txBox="1">
            <a:spLocks/>
          </p:cNvSpPr>
          <p:nvPr/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mtClean="0"/>
              <a:t>20</a:t>
            </a:r>
            <a:r>
              <a:rPr lang="en-US" baseline="30000" smtClean="0"/>
              <a:t>th</a:t>
            </a:r>
            <a:r>
              <a:rPr lang="en-US" smtClean="0"/>
              <a:t> century</a:t>
            </a:r>
            <a:endParaRPr lang="nl-NL" dirty="0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169" y="2913856"/>
            <a:ext cx="33337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94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2215356"/>
            <a:ext cx="6667500" cy="3571875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02-06-2016</a:t>
            </a: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Daily-life training and monitoring methodologies for chronic obstructive pulmonary disease patients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48AAB-BA51-4EC1-A9CC-00D5425D0ECC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3797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640</TotalTime>
  <Words>73</Words>
  <Application>Microsoft Office PowerPoint</Application>
  <PresentationFormat>On-screen Show (4:3)</PresentationFormat>
  <Paragraphs>21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Browallia New</vt:lpstr>
      <vt:lpstr>Calibri</vt:lpstr>
      <vt:lpstr>Calibri Light</vt:lpstr>
      <vt:lpstr>Office Theme</vt:lpstr>
      <vt:lpstr>Daily-life training and monitoring methodologies for chronic obstructive pulmonary disease patients</vt:lpstr>
      <vt:lpstr>Introduction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Daily-life training and monitoring methodologies for chronic obstructive pulmonary disease patients</dc:title>
  <dc:creator>Philips</dc:creator>
  <cp:lastModifiedBy>Philips</cp:lastModifiedBy>
  <cp:revision>8</cp:revision>
  <dcterms:created xsi:type="dcterms:W3CDTF">2016-05-16T20:02:16Z</dcterms:created>
  <dcterms:modified xsi:type="dcterms:W3CDTF">2016-05-17T06:42:26Z</dcterms:modified>
</cp:coreProperties>
</file>