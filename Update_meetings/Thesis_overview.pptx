
<file path=[Content_Types].xml><?xml version="1.0" encoding="utf-8"?>
<Types xmlns="http://schemas.openxmlformats.org/package/2006/content-types">
  <Default Extension="png" ContentType="image/png"/>
  <Default Extension="emf" ContentType="image/x-emf"/>
  <Default Extension="jpeg" ContentType="image/jpeg"/>
  <Default Extension="wmf" ContentType="image/x-wmf"/>
  <Default Extension="rels" ContentType="application/vnd.openxmlformats-package.relationships+xml"/>
  <Default Extension="xml" ContentType="application/xml"/>
  <Default Extension="gif" ContentType="image/gif"/>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
  </p:notesMasterIdLst>
  <p:sldIdLst>
    <p:sldId id="280" r:id="rId2"/>
    <p:sldId id="279" r:id="rId3"/>
    <p:sldId id="281" r:id="rId4"/>
    <p:sldId id="282" r:id="rId5"/>
    <p:sldId id="284" r:id="rId6"/>
    <p:sldId id="283" r:id="rId7"/>
    <p:sldId id="285" r:id="rId8"/>
    <p:sldId id="286" r:id="rId9"/>
    <p:sldId id="287" r:id="rId10"/>
    <p:sldId id="288" r:id="rId11"/>
    <p:sldId id="302" r:id="rId12"/>
    <p:sldId id="289" r:id="rId13"/>
    <p:sldId id="290" r:id="rId14"/>
    <p:sldId id="291" r:id="rId15"/>
    <p:sldId id="292" r:id="rId16"/>
    <p:sldId id="293" r:id="rId17"/>
    <p:sldId id="294" r:id="rId18"/>
    <p:sldId id="295" r:id="rId19"/>
    <p:sldId id="296" r:id="rId20"/>
    <p:sldId id="297" r:id="rId21"/>
    <p:sldId id="298" r:id="rId22"/>
    <p:sldId id="299" r:id="rId23"/>
    <p:sldId id="300" r:id="rId24"/>
    <p:sldId id="301" r:id="rId25"/>
    <p:sldId id="262" r:id="rId26"/>
    <p:sldId id="261" r:id="rId27"/>
  </p:sldIdLst>
  <p:sldSz cx="9144000" cy="6858000" type="screen4x3"/>
  <p:notesSz cx="6858000" cy="9144000"/>
  <p:defaultTextStyle>
    <a:defPPr>
      <a:defRPr lang="de-DE"/>
    </a:defPPr>
    <a:lvl1pPr algn="l" rtl="0" fontAlgn="base">
      <a:spcBef>
        <a:spcPct val="0"/>
      </a:spcBef>
      <a:spcAft>
        <a:spcPct val="0"/>
      </a:spcAft>
      <a:defRPr kern="1200">
        <a:solidFill>
          <a:schemeClr val="tx1"/>
        </a:solidFill>
        <a:latin typeface="Calibri" pitchFamily="34" charset="0"/>
        <a:ea typeface="+mn-ea"/>
        <a:cs typeface="Arial" charset="0"/>
      </a:defRPr>
    </a:lvl1pPr>
    <a:lvl2pPr marL="457200" algn="l" rtl="0" fontAlgn="base">
      <a:spcBef>
        <a:spcPct val="0"/>
      </a:spcBef>
      <a:spcAft>
        <a:spcPct val="0"/>
      </a:spcAft>
      <a:defRPr kern="1200">
        <a:solidFill>
          <a:schemeClr val="tx1"/>
        </a:solidFill>
        <a:latin typeface="Calibri" pitchFamily="34" charset="0"/>
        <a:ea typeface="+mn-ea"/>
        <a:cs typeface="Arial" charset="0"/>
      </a:defRPr>
    </a:lvl2pPr>
    <a:lvl3pPr marL="914400" algn="l" rtl="0" fontAlgn="base">
      <a:spcBef>
        <a:spcPct val="0"/>
      </a:spcBef>
      <a:spcAft>
        <a:spcPct val="0"/>
      </a:spcAft>
      <a:defRPr kern="1200">
        <a:solidFill>
          <a:schemeClr val="tx1"/>
        </a:solidFill>
        <a:latin typeface="Calibri" pitchFamily="34" charset="0"/>
        <a:ea typeface="+mn-ea"/>
        <a:cs typeface="Arial" charset="0"/>
      </a:defRPr>
    </a:lvl3pPr>
    <a:lvl4pPr marL="1371600" algn="l" rtl="0" fontAlgn="base">
      <a:spcBef>
        <a:spcPct val="0"/>
      </a:spcBef>
      <a:spcAft>
        <a:spcPct val="0"/>
      </a:spcAft>
      <a:defRPr kern="1200">
        <a:solidFill>
          <a:schemeClr val="tx1"/>
        </a:solidFill>
        <a:latin typeface="Calibri" pitchFamily="34" charset="0"/>
        <a:ea typeface="+mn-ea"/>
        <a:cs typeface="Arial" charset="0"/>
      </a:defRPr>
    </a:lvl4pPr>
    <a:lvl5pPr marL="1828800" algn="l" rtl="0" fontAlgn="base">
      <a:spcBef>
        <a:spcPct val="0"/>
      </a:spcBef>
      <a:spcAft>
        <a:spcPct val="0"/>
      </a:spcAft>
      <a:defRPr kern="1200">
        <a:solidFill>
          <a:schemeClr val="tx1"/>
        </a:solidFill>
        <a:latin typeface="Calibri" pitchFamily="34" charset="0"/>
        <a:ea typeface="+mn-ea"/>
        <a:cs typeface="Arial" charset="0"/>
      </a:defRPr>
    </a:lvl5pPr>
    <a:lvl6pPr marL="2286000" algn="l" defTabSz="914400" rtl="0" eaLnBrk="1" latinLnBrk="0" hangingPunct="1">
      <a:defRPr kern="1200">
        <a:solidFill>
          <a:schemeClr val="tx1"/>
        </a:solidFill>
        <a:latin typeface="Calibri" pitchFamily="34" charset="0"/>
        <a:ea typeface="+mn-ea"/>
        <a:cs typeface="Arial" charset="0"/>
      </a:defRPr>
    </a:lvl6pPr>
    <a:lvl7pPr marL="2743200" algn="l" defTabSz="914400" rtl="0" eaLnBrk="1" latinLnBrk="0" hangingPunct="1">
      <a:defRPr kern="1200">
        <a:solidFill>
          <a:schemeClr val="tx1"/>
        </a:solidFill>
        <a:latin typeface="Calibri" pitchFamily="34" charset="0"/>
        <a:ea typeface="+mn-ea"/>
        <a:cs typeface="Arial" charset="0"/>
      </a:defRPr>
    </a:lvl7pPr>
    <a:lvl8pPr marL="3200400" algn="l" defTabSz="914400" rtl="0" eaLnBrk="1" latinLnBrk="0" hangingPunct="1">
      <a:defRPr kern="1200">
        <a:solidFill>
          <a:schemeClr val="tx1"/>
        </a:solidFill>
        <a:latin typeface="Calibri" pitchFamily="34" charset="0"/>
        <a:ea typeface="+mn-ea"/>
        <a:cs typeface="Arial" charset="0"/>
      </a:defRPr>
    </a:lvl8pPr>
    <a:lvl9pPr marL="3657600" algn="l" defTabSz="914400" rtl="0" eaLnBrk="1" latinLnBrk="0" hangingPunct="1">
      <a:defRPr kern="1200">
        <a:solidFill>
          <a:schemeClr val="tx1"/>
        </a:solidFill>
        <a:latin typeface="Calibri" pitchFamily="34" charset="0"/>
        <a:ea typeface="+mn-ea"/>
        <a:cs typeface="Arial" charset="0"/>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655" autoAdjust="0"/>
    <p:restoredTop sz="93254" autoAdjust="0"/>
  </p:normalViewPr>
  <p:slideViewPr>
    <p:cSldViewPr>
      <p:cViewPr varScale="1">
        <p:scale>
          <a:sx n="69" d="100"/>
          <a:sy n="69" d="100"/>
        </p:scale>
        <p:origin x="-1656" y="-90"/>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9.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pPr>
              <a:defRPr/>
            </a:pPr>
            <a:fld id="{92F1A56F-388E-4C39-85FA-A36890357634}" type="datetimeFigureOut">
              <a:rPr lang="en-US"/>
              <a:pPr>
                <a:defRPr/>
              </a:pPr>
              <a:t>2/11/2015</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dirty="0" smtClean="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pPr>
              <a:defRPr/>
            </a:pPr>
            <a:fld id="{AFDE474E-5F05-4ABC-974E-B954067A8F6F}" type="slidenum">
              <a:rPr lang="en-US"/>
              <a:pPr>
                <a:defRPr/>
              </a:pPr>
              <a:t>‹#›</a:t>
            </a:fld>
            <a:endParaRPr lang="en-US" dirty="0"/>
          </a:p>
        </p:txBody>
      </p:sp>
    </p:spTree>
    <p:extLst>
      <p:ext uri="{BB962C8B-B14F-4D97-AF65-F5344CB8AC3E}">
        <p14:creationId xmlns:p14="http://schemas.microsoft.com/office/powerpoint/2010/main" val="366279868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174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it-IT" smtClean="0"/>
          </a:p>
        </p:txBody>
      </p:sp>
      <p:sp>
        <p:nvSpPr>
          <p:cNvPr id="3174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42950" indent="-285750" eaLnBrk="0" hangingPunct="0">
              <a:spcBef>
                <a:spcPct val="30000"/>
              </a:spcBef>
              <a:defRPr sz="1200">
                <a:solidFill>
                  <a:schemeClr val="tx1"/>
                </a:solidFill>
                <a:latin typeface="Calibri" pitchFamily="34" charset="0"/>
              </a:defRPr>
            </a:lvl2pPr>
            <a:lvl3pPr marL="1143000" indent="-228600" eaLnBrk="0" hangingPunct="0">
              <a:spcBef>
                <a:spcPct val="30000"/>
              </a:spcBef>
              <a:defRPr sz="1200">
                <a:solidFill>
                  <a:schemeClr val="tx1"/>
                </a:solidFill>
                <a:latin typeface="Calibri" pitchFamily="34" charset="0"/>
              </a:defRPr>
            </a:lvl3pPr>
            <a:lvl4pPr marL="1600200" indent="-228600" eaLnBrk="0" hangingPunct="0">
              <a:spcBef>
                <a:spcPct val="30000"/>
              </a:spcBef>
              <a:defRPr sz="1200">
                <a:solidFill>
                  <a:schemeClr val="tx1"/>
                </a:solidFill>
                <a:latin typeface="Calibri" pitchFamily="34" charset="0"/>
              </a:defRPr>
            </a:lvl4pPr>
            <a:lvl5pPr marL="2057400" indent="-228600" eaLnBrk="0" hangingPunct="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AC382387-3E42-4AEB-8A24-6F31FDE26860}" type="slidenum">
              <a:rPr lang="en-US" altLang="it-IT" smtClean="0"/>
              <a:pPr eaLnBrk="1" hangingPunct="1">
                <a:spcBef>
                  <a:spcPct val="0"/>
                </a:spcBef>
              </a:pPr>
              <a:t>1</a:t>
            </a:fld>
            <a:endParaRPr lang="en-US" altLang="it-IT"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it-IT" smtClean="0"/>
              <a:t>Investigate the feasibility of using unobtrusive technologies (smartphones, sensor network technology) in order to provide useful and modular patient training and monitoring methodologies that allow to capture physiological information (i.e., heart activity, oxygen saturation, breathing sounds), physical activity, patient data, and environmental context.</a:t>
            </a:r>
          </a:p>
          <a:p>
            <a:endParaRPr lang="en-US" altLang="it-IT" smtClean="0"/>
          </a:p>
          <a:p>
            <a:r>
              <a:rPr lang="en-US" altLang="it-IT" smtClean="0"/>
              <a:t>Signal processing and machine learning methods will be investigated to develop reliable algorithms to derive COPD relevant indicators and trends including patient characteristics, physical state, activity and behavior patterns. The information extracted will be mapped to clinically meaningful metrics of the overall physiologic and functional status of COPD patients. The development of daily routine analysis and automatic segmentation based on physiological information will be used to obtain objective patient's behavioral assessment and new markers of patient's improvements under laboratory (pulmonary rehabilitation) and (if possible) free living conditions. The algorithms will be the basis for risk classification of patients for developing an exacerbation and continuous home coaching and training.</a:t>
            </a:r>
          </a:p>
        </p:txBody>
      </p:sp>
      <p:sp>
        <p:nvSpPr>
          <p:cNvPr id="3277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42950" indent="-285750" eaLnBrk="0" hangingPunct="0">
              <a:spcBef>
                <a:spcPct val="30000"/>
              </a:spcBef>
              <a:defRPr sz="1200">
                <a:solidFill>
                  <a:schemeClr val="tx1"/>
                </a:solidFill>
                <a:latin typeface="Calibri" pitchFamily="34" charset="0"/>
              </a:defRPr>
            </a:lvl2pPr>
            <a:lvl3pPr marL="1143000" indent="-228600" eaLnBrk="0" hangingPunct="0">
              <a:spcBef>
                <a:spcPct val="30000"/>
              </a:spcBef>
              <a:defRPr sz="1200">
                <a:solidFill>
                  <a:schemeClr val="tx1"/>
                </a:solidFill>
                <a:latin typeface="Calibri" pitchFamily="34" charset="0"/>
              </a:defRPr>
            </a:lvl3pPr>
            <a:lvl4pPr marL="1600200" indent="-228600" eaLnBrk="0" hangingPunct="0">
              <a:spcBef>
                <a:spcPct val="30000"/>
              </a:spcBef>
              <a:defRPr sz="1200">
                <a:solidFill>
                  <a:schemeClr val="tx1"/>
                </a:solidFill>
                <a:latin typeface="Calibri" pitchFamily="34" charset="0"/>
              </a:defRPr>
            </a:lvl4pPr>
            <a:lvl5pPr marL="2057400" indent="-228600" eaLnBrk="0" hangingPunct="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30DE0E56-2AC5-4903-B3BC-D814D2533F19}" type="slidenum">
              <a:rPr lang="en-US" altLang="it-IT" smtClean="0"/>
              <a:pPr eaLnBrk="1" hangingPunct="1">
                <a:spcBef>
                  <a:spcPct val="0"/>
                </a:spcBef>
              </a:pPr>
              <a:t>2</a:t>
            </a:fld>
            <a:endParaRPr lang="en-US" altLang="it-IT"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7"/>
          <p:cNvSpPr>
            <a:spLocks noGrp="1" noChangeArrowheads="1"/>
          </p:cNvSpPr>
          <p:nvPr>
            <p:ph type="sldNum"/>
          </p:nvPr>
        </p:nvSpPr>
        <p:spPr>
          <a:ln/>
        </p:spPr>
        <p:txBody>
          <a:bodyPr/>
          <a:lstStyle/>
          <a:p>
            <a:fld id="{091369A6-9897-4F9D-B0CC-9B53B9D7AAF7}" type="slidenum">
              <a:rPr lang="en-US" altLang="it-IT"/>
              <a:pPr/>
              <a:t>3</a:t>
            </a:fld>
            <a:endParaRPr lang="en-US" altLang="it-IT"/>
          </a:p>
        </p:txBody>
      </p:sp>
      <p:sp>
        <p:nvSpPr>
          <p:cNvPr id="20481" name="Rectangle 1"/>
          <p:cNvSpPr txBox="1">
            <a:spLocks noGrp="1" noRot="1" noChangeAspect="1" noChangeArrowheads="1"/>
          </p:cNvSpPr>
          <p:nvPr>
            <p:ph type="sldImg"/>
          </p:nvPr>
        </p:nvSpPr>
        <p:spPr bwMode="auto">
          <a:xfrm>
            <a:off x="1143000" y="695325"/>
            <a:ext cx="4570413" cy="3427413"/>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0482" name="Rectangle 2"/>
          <p:cNvSpPr txBox="1">
            <a:spLocks noGrp="1" noChangeArrowheads="1"/>
          </p:cNvSpPr>
          <p:nvPr>
            <p:ph type="body" idx="1"/>
          </p:nvPr>
        </p:nvSpPr>
        <p:spPr bwMode="auto">
          <a:xfrm>
            <a:off x="685512" y="4343230"/>
            <a:ext cx="5486976" cy="4115139"/>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it-IT" altLang="it-IT"/>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7"/>
          <p:cNvSpPr>
            <a:spLocks noGrp="1" noChangeArrowheads="1"/>
          </p:cNvSpPr>
          <p:nvPr>
            <p:ph type="sldNum"/>
          </p:nvPr>
        </p:nvSpPr>
        <p:spPr>
          <a:ln/>
        </p:spPr>
        <p:txBody>
          <a:bodyPr/>
          <a:lstStyle/>
          <a:p>
            <a:fld id="{091369A6-9897-4F9D-B0CC-9B53B9D7AAF7}" type="slidenum">
              <a:rPr lang="en-US" altLang="it-IT"/>
              <a:pPr/>
              <a:t>4</a:t>
            </a:fld>
            <a:endParaRPr lang="en-US" altLang="it-IT"/>
          </a:p>
        </p:txBody>
      </p:sp>
      <p:sp>
        <p:nvSpPr>
          <p:cNvPr id="20481" name="Rectangle 1"/>
          <p:cNvSpPr txBox="1">
            <a:spLocks noGrp="1" noRot="1" noChangeAspect="1" noChangeArrowheads="1"/>
          </p:cNvSpPr>
          <p:nvPr>
            <p:ph type="sldImg"/>
          </p:nvPr>
        </p:nvSpPr>
        <p:spPr bwMode="auto">
          <a:xfrm>
            <a:off x="1143000" y="695325"/>
            <a:ext cx="4570413" cy="3427413"/>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0482" name="Rectangle 2"/>
          <p:cNvSpPr txBox="1">
            <a:spLocks noGrp="1" noChangeArrowheads="1"/>
          </p:cNvSpPr>
          <p:nvPr>
            <p:ph type="body" idx="1"/>
          </p:nvPr>
        </p:nvSpPr>
        <p:spPr bwMode="auto">
          <a:xfrm>
            <a:off x="685512" y="4343230"/>
            <a:ext cx="5486976" cy="4115139"/>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it-IT" altLang="it-IT"/>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7"/>
          <p:cNvSpPr>
            <a:spLocks noGrp="1" noChangeArrowheads="1"/>
          </p:cNvSpPr>
          <p:nvPr>
            <p:ph type="sldNum"/>
          </p:nvPr>
        </p:nvSpPr>
        <p:spPr>
          <a:ln/>
        </p:spPr>
        <p:txBody>
          <a:bodyPr/>
          <a:lstStyle/>
          <a:p>
            <a:fld id="{091369A6-9897-4F9D-B0CC-9B53B9D7AAF7}" type="slidenum">
              <a:rPr lang="en-US" altLang="it-IT"/>
              <a:pPr/>
              <a:t>5</a:t>
            </a:fld>
            <a:endParaRPr lang="en-US" altLang="it-IT"/>
          </a:p>
        </p:txBody>
      </p:sp>
      <p:sp>
        <p:nvSpPr>
          <p:cNvPr id="20481" name="Rectangle 1"/>
          <p:cNvSpPr txBox="1">
            <a:spLocks noGrp="1" noRot="1" noChangeAspect="1" noChangeArrowheads="1"/>
          </p:cNvSpPr>
          <p:nvPr>
            <p:ph type="sldImg"/>
          </p:nvPr>
        </p:nvSpPr>
        <p:spPr bwMode="auto">
          <a:xfrm>
            <a:off x="1143000" y="695325"/>
            <a:ext cx="4570413" cy="3427413"/>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0482" name="Rectangle 2"/>
          <p:cNvSpPr txBox="1">
            <a:spLocks noGrp="1" noChangeArrowheads="1"/>
          </p:cNvSpPr>
          <p:nvPr>
            <p:ph type="body" idx="1"/>
          </p:nvPr>
        </p:nvSpPr>
        <p:spPr bwMode="auto">
          <a:xfrm>
            <a:off x="685512" y="4343230"/>
            <a:ext cx="5486976" cy="4115139"/>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it-IT" altLang="it-IT"/>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7"/>
          <p:cNvSpPr>
            <a:spLocks noGrp="1" noChangeArrowheads="1"/>
          </p:cNvSpPr>
          <p:nvPr>
            <p:ph type="sldNum"/>
          </p:nvPr>
        </p:nvSpPr>
        <p:spPr>
          <a:ln/>
        </p:spPr>
        <p:txBody>
          <a:bodyPr/>
          <a:lstStyle/>
          <a:p>
            <a:fld id="{091369A6-9897-4F9D-B0CC-9B53B9D7AAF7}" type="slidenum">
              <a:rPr lang="en-US" altLang="it-IT"/>
              <a:pPr/>
              <a:t>6</a:t>
            </a:fld>
            <a:endParaRPr lang="en-US" altLang="it-IT"/>
          </a:p>
        </p:txBody>
      </p:sp>
      <p:sp>
        <p:nvSpPr>
          <p:cNvPr id="20481" name="Rectangle 1"/>
          <p:cNvSpPr txBox="1">
            <a:spLocks noGrp="1" noRot="1" noChangeAspect="1" noChangeArrowheads="1"/>
          </p:cNvSpPr>
          <p:nvPr>
            <p:ph type="sldImg"/>
          </p:nvPr>
        </p:nvSpPr>
        <p:spPr bwMode="auto">
          <a:xfrm>
            <a:off x="1143000" y="695325"/>
            <a:ext cx="4570413" cy="3427413"/>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0482" name="Rectangle 2"/>
          <p:cNvSpPr txBox="1">
            <a:spLocks noGrp="1" noChangeArrowheads="1"/>
          </p:cNvSpPr>
          <p:nvPr>
            <p:ph type="body" idx="1"/>
          </p:nvPr>
        </p:nvSpPr>
        <p:spPr bwMode="auto">
          <a:xfrm>
            <a:off x="685512" y="4343230"/>
            <a:ext cx="5486976" cy="4115139"/>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it-IT" altLang="it-IT"/>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7"/>
          <p:cNvSpPr>
            <a:spLocks noGrp="1" noChangeArrowheads="1"/>
          </p:cNvSpPr>
          <p:nvPr>
            <p:ph type="sldNum"/>
          </p:nvPr>
        </p:nvSpPr>
        <p:spPr>
          <a:ln/>
        </p:spPr>
        <p:txBody>
          <a:bodyPr/>
          <a:lstStyle/>
          <a:p>
            <a:fld id="{091369A6-9897-4F9D-B0CC-9B53B9D7AAF7}" type="slidenum">
              <a:rPr lang="en-US" altLang="it-IT"/>
              <a:pPr/>
              <a:t>7</a:t>
            </a:fld>
            <a:endParaRPr lang="en-US" altLang="it-IT"/>
          </a:p>
        </p:txBody>
      </p:sp>
      <p:sp>
        <p:nvSpPr>
          <p:cNvPr id="20481" name="Rectangle 1"/>
          <p:cNvSpPr txBox="1">
            <a:spLocks noGrp="1" noRot="1" noChangeAspect="1" noChangeArrowheads="1"/>
          </p:cNvSpPr>
          <p:nvPr>
            <p:ph type="sldImg"/>
          </p:nvPr>
        </p:nvSpPr>
        <p:spPr bwMode="auto">
          <a:xfrm>
            <a:off x="1143000" y="695325"/>
            <a:ext cx="4570413" cy="3427413"/>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0482" name="Rectangle 2"/>
          <p:cNvSpPr txBox="1">
            <a:spLocks noGrp="1" noChangeArrowheads="1"/>
          </p:cNvSpPr>
          <p:nvPr>
            <p:ph type="body" idx="1"/>
          </p:nvPr>
        </p:nvSpPr>
        <p:spPr bwMode="auto">
          <a:xfrm>
            <a:off x="685512" y="4343230"/>
            <a:ext cx="5486976" cy="4115139"/>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it-IT" altLang="it-IT"/>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7"/>
          <p:cNvSpPr>
            <a:spLocks noGrp="1" noChangeArrowheads="1"/>
          </p:cNvSpPr>
          <p:nvPr>
            <p:ph type="sldNum"/>
          </p:nvPr>
        </p:nvSpPr>
        <p:spPr>
          <a:ln/>
        </p:spPr>
        <p:txBody>
          <a:bodyPr/>
          <a:lstStyle/>
          <a:p>
            <a:fld id="{091369A6-9897-4F9D-B0CC-9B53B9D7AAF7}" type="slidenum">
              <a:rPr lang="en-US" altLang="it-IT"/>
              <a:pPr/>
              <a:t>8</a:t>
            </a:fld>
            <a:endParaRPr lang="en-US" altLang="it-IT"/>
          </a:p>
        </p:txBody>
      </p:sp>
      <p:sp>
        <p:nvSpPr>
          <p:cNvPr id="20481" name="Rectangle 1"/>
          <p:cNvSpPr txBox="1">
            <a:spLocks noGrp="1" noRot="1" noChangeAspect="1" noChangeArrowheads="1"/>
          </p:cNvSpPr>
          <p:nvPr>
            <p:ph type="sldImg"/>
          </p:nvPr>
        </p:nvSpPr>
        <p:spPr bwMode="auto">
          <a:xfrm>
            <a:off x="1143000" y="695325"/>
            <a:ext cx="4570413" cy="3427413"/>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0482" name="Rectangle 2"/>
          <p:cNvSpPr txBox="1">
            <a:spLocks noGrp="1" noChangeArrowheads="1"/>
          </p:cNvSpPr>
          <p:nvPr>
            <p:ph type="body" idx="1"/>
          </p:nvPr>
        </p:nvSpPr>
        <p:spPr bwMode="auto">
          <a:xfrm>
            <a:off x="685512" y="4343230"/>
            <a:ext cx="5486976" cy="4115139"/>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it-IT" altLang="it-IT"/>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7"/>
          <p:cNvSpPr>
            <a:spLocks noGrp="1" noChangeArrowheads="1"/>
          </p:cNvSpPr>
          <p:nvPr>
            <p:ph type="sldNum"/>
          </p:nvPr>
        </p:nvSpPr>
        <p:spPr>
          <a:ln/>
        </p:spPr>
        <p:txBody>
          <a:bodyPr/>
          <a:lstStyle/>
          <a:p>
            <a:fld id="{091369A6-9897-4F9D-B0CC-9B53B9D7AAF7}" type="slidenum">
              <a:rPr lang="en-US" altLang="it-IT"/>
              <a:pPr/>
              <a:t>9</a:t>
            </a:fld>
            <a:endParaRPr lang="en-US" altLang="it-IT"/>
          </a:p>
        </p:txBody>
      </p:sp>
      <p:sp>
        <p:nvSpPr>
          <p:cNvPr id="20481" name="Rectangle 1"/>
          <p:cNvSpPr txBox="1">
            <a:spLocks noGrp="1" noRot="1" noChangeAspect="1" noChangeArrowheads="1"/>
          </p:cNvSpPr>
          <p:nvPr>
            <p:ph type="sldImg"/>
          </p:nvPr>
        </p:nvSpPr>
        <p:spPr bwMode="auto">
          <a:xfrm>
            <a:off x="1143000" y="695325"/>
            <a:ext cx="4570413" cy="3427413"/>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0482" name="Rectangle 2"/>
          <p:cNvSpPr txBox="1">
            <a:spLocks noGrp="1" noChangeArrowheads="1"/>
          </p:cNvSpPr>
          <p:nvPr>
            <p:ph type="body" idx="1"/>
          </p:nvPr>
        </p:nvSpPr>
        <p:spPr bwMode="auto">
          <a:xfrm>
            <a:off x="685512" y="4343230"/>
            <a:ext cx="5486976" cy="4115139"/>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it-IT" altLang="it-IT"/>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4.xml"/><Relationship Id="rId1" Type="http://schemas.openxmlformats.org/officeDocument/2006/relationships/tags" Target="../tags/tag3.xml"/><Relationship Id="rId4" Type="http://schemas.openxmlformats.org/officeDocument/2006/relationships/image" Target="../media/image1.emf"/></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xml"/><Relationship Id="rId1" Type="http://schemas.openxmlformats.org/officeDocument/2006/relationships/tags" Target="../tags/tag6.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xml"/><Relationship Id="rId1" Type="http://schemas.openxmlformats.org/officeDocument/2006/relationships/tags" Target="../tags/tag7.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xml"/><Relationship Id="rId1" Type="http://schemas.openxmlformats.org/officeDocument/2006/relationships/tags" Target="../tags/tag8.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xml"/><Relationship Id="rId1" Type="http://schemas.openxmlformats.org/officeDocument/2006/relationships/tags" Target="../tags/tag9.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slideMaster" Target="../slideMasters/slideMaster1.xml"/><Relationship Id="rId1" Type="http://schemas.openxmlformats.org/officeDocument/2006/relationships/tags" Target="../tags/tag10.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blue">
    <p:spTree>
      <p:nvGrpSpPr>
        <p:cNvPr id="1" name=""/>
        <p:cNvGrpSpPr/>
        <p:nvPr/>
      </p:nvGrpSpPr>
      <p:grpSpPr>
        <a:xfrm>
          <a:off x="0" y="0"/>
          <a:ext cx="0" cy="0"/>
          <a:chOff x="0" y="0"/>
          <a:chExt cx="0" cy="0"/>
        </a:xfrm>
      </p:grpSpPr>
      <p:sp>
        <p:nvSpPr>
          <p:cNvPr id="6" name="Rechteck 10"/>
          <p:cNvSpPr>
            <a:spLocks/>
          </p:cNvSpPr>
          <p:nvPr userDrawn="1">
            <p:custDataLst>
              <p:tags r:id="rId1"/>
            </p:custDataLst>
          </p:nvPr>
        </p:nvSpPr>
        <p:spPr bwMode="auto">
          <a:xfrm>
            <a:off x="233363" y="233363"/>
            <a:ext cx="8685212" cy="5637212"/>
          </a:xfrm>
          <a:custGeom>
            <a:avLst/>
            <a:gdLst>
              <a:gd name="T0" fmla="*/ 0 w 8684843"/>
              <a:gd name="T1" fmla="*/ 5643488 h 5636316"/>
              <a:gd name="T2" fmla="*/ 0 w 8684843"/>
              <a:gd name="T3" fmla="*/ 0 h 5636316"/>
              <a:gd name="T4" fmla="*/ 8687773 w 8684843"/>
              <a:gd name="T5" fmla="*/ 0 h 5636316"/>
              <a:gd name="T6" fmla="*/ 8687773 w 8684843"/>
              <a:gd name="T7" fmla="*/ 4418210 h 5636316"/>
              <a:gd name="T8" fmla="*/ 7089193 w 8684843"/>
              <a:gd name="T9" fmla="*/ 5643488 h 5636316"/>
              <a:gd name="T10" fmla="*/ 0 w 8684843"/>
              <a:gd name="T11" fmla="*/ 5643488 h 5636316"/>
              <a:gd name="T12" fmla="*/ 0 w 8684843"/>
              <a:gd name="T13" fmla="*/ 0 h 563631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684843" h="5636316">
                <a:moveTo>
                  <a:pt x="0" y="5636316"/>
                </a:moveTo>
                <a:lnTo>
                  <a:pt x="0" y="0"/>
                </a:lnTo>
                <a:lnTo>
                  <a:pt x="8684821" y="0"/>
                </a:lnTo>
                <a:lnTo>
                  <a:pt x="8684821" y="4412595"/>
                </a:lnTo>
                <a:cubicBezTo>
                  <a:pt x="8684821" y="4412595"/>
                  <a:pt x="8710016" y="5571530"/>
                  <a:pt x="7086785" y="5636316"/>
                </a:cubicBezTo>
                <a:lnTo>
                  <a:pt x="0" y="5636316"/>
                </a:lnTo>
                <a:lnTo>
                  <a:pt x="0" y="0"/>
                </a:lnTo>
                <a:lnTo>
                  <a:pt x="0" y="5636316"/>
                </a:lnTo>
                <a:close/>
              </a:path>
            </a:pathLst>
          </a:custGeom>
          <a:gradFill rotWithShape="1">
            <a:gsLst>
              <a:gs pos="0">
                <a:srgbClr val="0089C4"/>
              </a:gs>
              <a:gs pos="17999">
                <a:srgbClr val="0089C4"/>
              </a:gs>
              <a:gs pos="100000">
                <a:srgbClr val="629FD5"/>
              </a:gs>
            </a:gsLst>
            <a:lin ang="2100000" scaled="1"/>
          </a:gradFill>
          <a:ln>
            <a:noFill/>
          </a:ln>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a:lstStyle/>
          <a:p>
            <a:endParaRPr lang="en-US"/>
          </a:p>
        </p:txBody>
      </p:sp>
      <p:pic>
        <p:nvPicPr>
          <p:cNvPr id="7" name="Picture 6"/>
          <p:cNvPicPr>
            <a:picLocks/>
          </p:cNvPicPr>
          <p:nvPr userDrawn="1">
            <p:custDataLst>
              <p:tags r:id="rId2"/>
            </p:custDataLst>
          </p:nvPr>
        </p:nvPicPr>
        <p:blipFill>
          <a:blip r:embed="rId4"/>
          <a:stretch>
            <a:fillRect/>
          </a:stretch>
        </p:blipFill>
        <p:spPr>
          <a:xfrm>
            <a:off x="7110413" y="6329363"/>
            <a:ext cx="1601787" cy="295275"/>
          </a:xfrm>
          <a:prstGeom prst="rect">
            <a:avLst/>
          </a:prstGeom>
          <a:ln w="0">
            <a:noFill/>
          </a:ln>
          <a:effectLst/>
          <a:extLst>
            <a:ext uri="{91240B29-F687-4F45-9708-019B960494DF}">
              <a14:hiddenLine xmlns:a14="http://schemas.microsoft.com/office/drawing/2010/main" w="0">
                <a:solidFill>
                  <a:schemeClr val="tx1"/>
                </a:solidFill>
              </a14:hiddenLine>
            </a:ex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pic>
      <p:sp>
        <p:nvSpPr>
          <p:cNvPr id="8" name="Rectangle 7"/>
          <p:cNvSpPr/>
          <p:nvPr userDrawn="1"/>
        </p:nvSpPr>
        <p:spPr>
          <a:xfrm>
            <a:off x="107950" y="6237288"/>
            <a:ext cx="5759450" cy="5762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de-DE"/>
          </a:p>
        </p:txBody>
      </p:sp>
      <p:sp>
        <p:nvSpPr>
          <p:cNvPr id="17" name="Text Placeholder 3"/>
          <p:cNvSpPr>
            <a:spLocks noGrp="1"/>
          </p:cNvSpPr>
          <p:nvPr>
            <p:ph type="body" sz="quarter" idx="10"/>
          </p:nvPr>
        </p:nvSpPr>
        <p:spPr>
          <a:xfrm>
            <a:off x="828674" y="2052000"/>
            <a:ext cx="7488000" cy="1620000"/>
          </a:xfrm>
          <a:prstGeom prst="rect">
            <a:avLst/>
          </a:prstGeom>
        </p:spPr>
        <p:txBody>
          <a:bodyPr lIns="0" tIns="0" rIns="0" bIns="0"/>
          <a:lstStyle>
            <a:lvl1pPr marL="0" indent="0" algn="l">
              <a:spcBef>
                <a:spcPts val="0"/>
              </a:spcBef>
              <a:buFontTx/>
              <a:buNone/>
              <a:defRPr sz="4800">
                <a:solidFill>
                  <a:schemeClr val="bg1"/>
                </a:solidFill>
              </a:defRPr>
            </a:lvl1pPr>
            <a:lvl2pPr>
              <a:defRPr sz="4800"/>
            </a:lvl2pPr>
            <a:lvl3pPr>
              <a:defRPr sz="4800"/>
            </a:lvl3pPr>
            <a:lvl4pPr>
              <a:defRPr sz="4800"/>
            </a:lvl4pPr>
            <a:lvl5pPr>
              <a:defRPr sz="4800"/>
            </a:lvl5pPr>
          </a:lstStyle>
          <a:p>
            <a:pPr lvl="0"/>
            <a:r>
              <a:rPr lang="en-US" smtClean="0"/>
              <a:t>Click to edit Master text styles</a:t>
            </a:r>
          </a:p>
        </p:txBody>
      </p:sp>
      <p:sp>
        <p:nvSpPr>
          <p:cNvPr id="4" name="Text Placeholder 3"/>
          <p:cNvSpPr>
            <a:spLocks noGrp="1"/>
          </p:cNvSpPr>
          <p:nvPr>
            <p:ph type="body" sz="quarter" idx="11"/>
          </p:nvPr>
        </p:nvSpPr>
        <p:spPr>
          <a:xfrm>
            <a:off x="828000" y="4608000"/>
            <a:ext cx="4320000" cy="252000"/>
          </a:xfrm>
          <a:prstGeom prst="rect">
            <a:avLst/>
          </a:prstGeom>
        </p:spPr>
        <p:txBody>
          <a:bodyPr lIns="0" tIns="0" rIns="0" bIns="0"/>
          <a:lstStyle>
            <a:lvl1pPr marL="0" indent="0">
              <a:spcBef>
                <a:spcPts val="0"/>
              </a:spcBef>
              <a:buFontTx/>
              <a:buNone/>
              <a:defRPr sz="1800" b="1">
                <a:solidFill>
                  <a:schemeClr val="bg1"/>
                </a:solidFill>
              </a:defRPr>
            </a:lvl1pPr>
          </a:lstStyle>
          <a:p>
            <a:pPr lvl="0"/>
            <a:r>
              <a:rPr lang="en-US" smtClean="0"/>
              <a:t>Click to edit Master text styles</a:t>
            </a:r>
          </a:p>
        </p:txBody>
      </p:sp>
      <p:sp>
        <p:nvSpPr>
          <p:cNvPr id="16" name="Text Placeholder 3"/>
          <p:cNvSpPr>
            <a:spLocks noGrp="1"/>
          </p:cNvSpPr>
          <p:nvPr>
            <p:ph type="body" sz="quarter" idx="12"/>
          </p:nvPr>
        </p:nvSpPr>
        <p:spPr>
          <a:xfrm>
            <a:off x="828000" y="4878000"/>
            <a:ext cx="4320000" cy="252000"/>
          </a:xfrm>
          <a:prstGeom prst="rect">
            <a:avLst/>
          </a:prstGeom>
        </p:spPr>
        <p:txBody>
          <a:bodyPr lIns="0" tIns="0" rIns="0" bIns="0"/>
          <a:lstStyle>
            <a:lvl1pPr marL="0" indent="0">
              <a:spcBef>
                <a:spcPts val="0"/>
              </a:spcBef>
              <a:buFontTx/>
              <a:buNone/>
              <a:defRPr sz="1600" b="0">
                <a:solidFill>
                  <a:schemeClr val="bg1"/>
                </a:solidFill>
              </a:defRPr>
            </a:lvl1pPr>
          </a:lstStyle>
          <a:p>
            <a:pPr lvl="0"/>
            <a:r>
              <a:rPr lang="en-US" smtClean="0"/>
              <a:t>Click to edit Master text styles</a:t>
            </a:r>
          </a:p>
        </p:txBody>
      </p:sp>
      <p:sp>
        <p:nvSpPr>
          <p:cNvPr id="18" name="Text Placeholder 3"/>
          <p:cNvSpPr>
            <a:spLocks noGrp="1"/>
          </p:cNvSpPr>
          <p:nvPr>
            <p:ph type="body" sz="quarter" idx="13"/>
          </p:nvPr>
        </p:nvSpPr>
        <p:spPr>
          <a:xfrm>
            <a:off x="828000" y="5148000"/>
            <a:ext cx="4320000" cy="252000"/>
          </a:xfrm>
          <a:prstGeom prst="rect">
            <a:avLst/>
          </a:prstGeom>
        </p:spPr>
        <p:txBody>
          <a:bodyPr lIns="0" tIns="0" rIns="0" bIns="0"/>
          <a:lstStyle>
            <a:lvl1pPr marL="0" marR="0" indent="0" algn="l" defTabSz="914400" rtl="0" eaLnBrk="1" fontAlgn="auto" latinLnBrk="0" hangingPunct="1">
              <a:lnSpc>
                <a:spcPct val="100000"/>
              </a:lnSpc>
              <a:spcBef>
                <a:spcPts val="0"/>
              </a:spcBef>
              <a:spcAft>
                <a:spcPts val="0"/>
              </a:spcAft>
              <a:buClrTx/>
              <a:buSzTx/>
              <a:buFontTx/>
              <a:buNone/>
              <a:tabLst/>
              <a:defRPr sz="1600" b="0">
                <a:solidFill>
                  <a:schemeClr val="bg1"/>
                </a:solidFill>
              </a:defRPr>
            </a:lvl1pPr>
          </a:lstStyle>
          <a:p>
            <a:pPr lvl="0"/>
            <a:r>
              <a:rPr lang="en-US" smtClean="0"/>
              <a:t>Click to edit Master text styles</a:t>
            </a:r>
          </a:p>
          <a:p>
            <a:pPr lvl="1"/>
            <a:r>
              <a:rPr lang="en-US" smtClean="0"/>
              <a:t>Second level</a:t>
            </a:r>
          </a:p>
        </p:txBody>
      </p:sp>
    </p:spTree>
    <p:extLst>
      <p:ext uri="{BB962C8B-B14F-4D97-AF65-F5344CB8AC3E}">
        <p14:creationId xmlns:p14="http://schemas.microsoft.com/office/powerpoint/2010/main" val="14946012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tandard text">
    <p:spTree>
      <p:nvGrpSpPr>
        <p:cNvPr id="1" name=""/>
        <p:cNvGrpSpPr/>
        <p:nvPr/>
      </p:nvGrpSpPr>
      <p:grpSpPr>
        <a:xfrm>
          <a:off x="0" y="0"/>
          <a:ext cx="0" cy="0"/>
          <a:chOff x="0" y="0"/>
          <a:chExt cx="0" cy="0"/>
        </a:xfrm>
      </p:grpSpPr>
      <p:pic>
        <p:nvPicPr>
          <p:cNvPr id="6" name="Picture 5"/>
          <p:cNvPicPr>
            <a:picLocks/>
          </p:cNvPicPr>
          <p:nvPr userDrawn="1">
            <p:custDataLst>
              <p:tags r:id="rId1"/>
            </p:custDataLst>
          </p:nvPr>
        </p:nvPicPr>
        <p:blipFill>
          <a:blip r:embed="rId3"/>
          <a:stretch>
            <a:fillRect/>
          </a:stretch>
        </p:blipFill>
        <p:spPr>
          <a:xfrm>
            <a:off x="7632700" y="6426200"/>
            <a:ext cx="1079500" cy="198438"/>
          </a:xfrm>
          <a:prstGeom prst="rect">
            <a:avLst/>
          </a:prstGeom>
          <a:ln w="0">
            <a:noFill/>
          </a:ln>
          <a:effectLst/>
          <a:extLst>
            <a:ext uri="{91240B29-F687-4F45-9708-019B960494DF}">
              <a14:hiddenLine xmlns:a14="http://schemas.microsoft.com/office/drawing/2010/main" w="0">
                <a:solidFill>
                  <a:schemeClr val="tx1"/>
                </a:solidFill>
              </a14:hiddenLine>
            </a:ex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pic>
      <p:sp>
        <p:nvSpPr>
          <p:cNvPr id="3" name="Text Placeholder 2"/>
          <p:cNvSpPr>
            <a:spLocks noGrp="1"/>
          </p:cNvSpPr>
          <p:nvPr>
            <p:ph type="body" sz="quarter" idx="10"/>
          </p:nvPr>
        </p:nvSpPr>
        <p:spPr>
          <a:xfrm>
            <a:off x="828000" y="828000"/>
            <a:ext cx="7488000" cy="512768"/>
          </a:xfrm>
          <a:prstGeom prst="rect">
            <a:avLst/>
          </a:prstGeom>
        </p:spPr>
        <p:txBody>
          <a:bodyPr lIns="0" tIns="0" rIns="0" bIns="0"/>
          <a:lstStyle>
            <a:lvl1pPr marL="0" indent="0" algn="l">
              <a:spcBef>
                <a:spcPts val="0"/>
              </a:spcBef>
              <a:buFontTx/>
              <a:buNone/>
              <a:defRPr baseline="0">
                <a:solidFill>
                  <a:schemeClr val="tx1"/>
                </a:solidFill>
              </a:defRPr>
            </a:lvl1pPr>
          </a:lstStyle>
          <a:p>
            <a:pPr lvl="0"/>
            <a:r>
              <a:rPr lang="en-US" smtClean="0"/>
              <a:t>Click to edit Master text styles</a:t>
            </a:r>
          </a:p>
        </p:txBody>
      </p:sp>
      <p:sp>
        <p:nvSpPr>
          <p:cNvPr id="4" name="Textplatzhalter 3"/>
          <p:cNvSpPr>
            <a:spLocks noGrp="1"/>
          </p:cNvSpPr>
          <p:nvPr>
            <p:ph type="body" sz="quarter" idx="12"/>
          </p:nvPr>
        </p:nvSpPr>
        <p:spPr>
          <a:xfrm>
            <a:off x="828000" y="1368000"/>
            <a:ext cx="7488000" cy="374400"/>
          </a:xfrm>
          <a:prstGeom prst="rect">
            <a:avLst/>
          </a:prstGeom>
        </p:spPr>
        <p:txBody>
          <a:bodyPr lIns="0" tIns="0" rIns="0" bIns="0"/>
          <a:lstStyle>
            <a:lvl1pPr marL="0" indent="0">
              <a:spcBef>
                <a:spcPts val="0"/>
              </a:spcBef>
              <a:buFontTx/>
              <a:buNone/>
              <a:defRPr sz="2200"/>
            </a:lvl1pPr>
          </a:lstStyle>
          <a:p>
            <a:pPr lvl="0"/>
            <a:r>
              <a:rPr lang="en-US" smtClean="0"/>
              <a:t>Click to edit Master text styles</a:t>
            </a:r>
          </a:p>
        </p:txBody>
      </p:sp>
      <p:sp>
        <p:nvSpPr>
          <p:cNvPr id="5" name="Textplatzhalter 4"/>
          <p:cNvSpPr>
            <a:spLocks noGrp="1"/>
          </p:cNvSpPr>
          <p:nvPr>
            <p:ph type="body" sz="quarter" idx="13"/>
          </p:nvPr>
        </p:nvSpPr>
        <p:spPr>
          <a:xfrm>
            <a:off x="828673" y="2124000"/>
            <a:ext cx="7488000" cy="3960000"/>
          </a:xfrm>
          <a:prstGeom prst="rect">
            <a:avLst/>
          </a:prstGeom>
        </p:spPr>
        <p:txBody>
          <a:bodyPr lIns="0" tIns="0" rIns="0" bIns="0" spcCol="432000"/>
          <a:lstStyle>
            <a:lvl1pPr marL="216000" indent="-216000">
              <a:spcBef>
                <a:spcPts val="0"/>
              </a:spcBef>
              <a:defRPr sz="1800"/>
            </a:lvl1pPr>
            <a:lvl2pPr marL="432000" indent="-216000">
              <a:spcBef>
                <a:spcPts val="0"/>
              </a:spcBef>
              <a:defRPr sz="1800"/>
            </a:lvl2pPr>
            <a:lvl3pPr marL="648000" indent="-216000">
              <a:spcBef>
                <a:spcPts val="0"/>
              </a:spcBef>
              <a:buFont typeface="Wingdings" panose="05000000000000000000" pitchFamily="2" charset="2"/>
              <a:buChar char="§"/>
              <a:defRPr sz="1800"/>
            </a:lvl3pPr>
            <a:lvl4pPr marL="864000" indent="-216000">
              <a:spcBef>
                <a:spcPts val="0"/>
              </a:spcBef>
              <a:buFont typeface="Arial" panose="020B0604020202020204" pitchFamily="34" charset="0"/>
              <a:buChar char="•"/>
              <a:defRPr sz="1800"/>
            </a:lvl4pPr>
            <a:lvl5pPr marL="1080000" indent="-228600">
              <a:spcBef>
                <a:spcPts val="0"/>
              </a:spcBef>
              <a:buFont typeface="Calibri" panose="020F0502020204030204" pitchFamily="34" charset="0"/>
              <a:buChar char="─"/>
              <a:defRPr sz="1800"/>
            </a:lvl5pPr>
            <a:lvl6pPr marL="1296000" indent="-228600">
              <a:spcBef>
                <a:spcPts val="0"/>
              </a:spcBef>
              <a:buFont typeface="Calibri" panose="020F0502020204030204" pitchFamily="34" charset="0"/>
              <a:buChar char="─"/>
              <a:defRPr sz="1800"/>
            </a:lvl6pPr>
            <a:lvl7pPr marL="1512000" indent="-216000">
              <a:spcBef>
                <a:spcPts val="0"/>
              </a:spcBef>
              <a:buFont typeface="Calibri" panose="020F0502020204030204" pitchFamily="34" charset="0"/>
              <a:buChar char="─"/>
              <a:defRPr sz="1800"/>
            </a:lvl7pPr>
            <a:lvl8pPr marL="1728000" indent="-216000">
              <a:spcBef>
                <a:spcPts val="0"/>
              </a:spcBef>
              <a:buFont typeface="Calibri" panose="020F0502020204030204" pitchFamily="34" charset="0"/>
              <a:buChar char="─"/>
              <a:defRPr sz="1800"/>
            </a:lvl8pPr>
            <a:lvl9pPr marL="1944000" indent="-216000">
              <a:spcBef>
                <a:spcPts val="0"/>
              </a:spcBef>
              <a:buFont typeface="Calibri" panose="020F0502020204030204" pitchFamily="34" charset="0"/>
              <a:buChar cha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8406661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Vertical image">
    <p:spTree>
      <p:nvGrpSpPr>
        <p:cNvPr id="1" name=""/>
        <p:cNvGrpSpPr/>
        <p:nvPr/>
      </p:nvGrpSpPr>
      <p:grpSpPr>
        <a:xfrm>
          <a:off x="0" y="0"/>
          <a:ext cx="0" cy="0"/>
          <a:chOff x="0" y="0"/>
          <a:chExt cx="0" cy="0"/>
        </a:xfrm>
      </p:grpSpPr>
      <p:pic>
        <p:nvPicPr>
          <p:cNvPr id="6" name="Picture 5"/>
          <p:cNvPicPr>
            <a:picLocks/>
          </p:cNvPicPr>
          <p:nvPr userDrawn="1">
            <p:custDataLst>
              <p:tags r:id="rId1"/>
            </p:custDataLst>
          </p:nvPr>
        </p:nvPicPr>
        <p:blipFill>
          <a:blip r:embed="rId3"/>
          <a:stretch>
            <a:fillRect/>
          </a:stretch>
        </p:blipFill>
        <p:spPr>
          <a:xfrm>
            <a:off x="7632700" y="6426200"/>
            <a:ext cx="1079500" cy="198438"/>
          </a:xfrm>
          <a:prstGeom prst="rect">
            <a:avLst/>
          </a:prstGeom>
          <a:ln w="0">
            <a:noFill/>
          </a:ln>
          <a:effectLst/>
          <a:extLst>
            <a:ext uri="{91240B29-F687-4F45-9708-019B960494DF}">
              <a14:hiddenLine xmlns:a14="http://schemas.microsoft.com/office/drawing/2010/main" w="0">
                <a:solidFill>
                  <a:schemeClr val="tx1"/>
                </a:solidFill>
              </a14:hiddenLine>
            </a:ex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pic>
      <p:sp>
        <p:nvSpPr>
          <p:cNvPr id="8" name="Inhaltsplatzhalter 6"/>
          <p:cNvSpPr>
            <a:spLocks noGrp="1"/>
          </p:cNvSpPr>
          <p:nvPr>
            <p:ph sz="half" idx="2"/>
          </p:nvPr>
        </p:nvSpPr>
        <p:spPr>
          <a:xfrm>
            <a:off x="1" y="-1"/>
            <a:ext cx="3487293" cy="6858000"/>
          </a:xfrm>
          <a:prstGeom prst="rect">
            <a:avLst/>
          </a:prstGeom>
          <a:ln w="0">
            <a:noFill/>
          </a:ln>
          <a:effectLst/>
          <a:extLst>
            <a:ext uri="{91240B29-F687-4F45-9708-019B960494DF}">
              <a14:hiddenLine xmlns:a14="http://schemas.microsoft.com/office/drawing/2010/main" w="0">
                <a:solidFill>
                  <a:schemeClr val="tx1"/>
                </a:solidFill>
              </a14:hiddenLine>
            </a:ex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wrap="square" lIns="0" tIns="0" rIns="0" bIns="0"/>
          <a:lstStyle>
            <a:lvl1pPr marL="0" indent="0">
              <a:buFontTx/>
              <a:buNone/>
              <a:defRPr sz="2200">
                <a:solidFill>
                  <a:schemeClr val="tx1"/>
                </a:solidFill>
              </a:defRPr>
            </a:lvl1pPr>
          </a:lstStyle>
          <a:p>
            <a:pPr lvl="0"/>
            <a:r>
              <a:rPr lang="en-US" smtClean="0"/>
              <a:t>Click to edit Master text styles</a:t>
            </a:r>
          </a:p>
        </p:txBody>
      </p:sp>
      <p:sp>
        <p:nvSpPr>
          <p:cNvPr id="13" name="Textplatzhalter 12"/>
          <p:cNvSpPr>
            <a:spLocks noGrp="1"/>
          </p:cNvSpPr>
          <p:nvPr>
            <p:ph type="body" sz="quarter" idx="11"/>
          </p:nvPr>
        </p:nvSpPr>
        <p:spPr>
          <a:xfrm>
            <a:off x="3996000" y="828000"/>
            <a:ext cx="4320000" cy="540006"/>
          </a:xfrm>
          <a:prstGeom prst="rect">
            <a:avLst/>
          </a:prstGeom>
        </p:spPr>
        <p:txBody>
          <a:bodyPr lIns="0" tIns="0" rIns="0" bIns="0"/>
          <a:lstStyle>
            <a:lvl1pPr marL="0" indent="0">
              <a:spcBef>
                <a:spcPts val="0"/>
              </a:spcBef>
              <a:buFontTx/>
              <a:buNone/>
              <a:defRPr/>
            </a:lvl1pPr>
          </a:lstStyle>
          <a:p>
            <a:pPr lvl="0"/>
            <a:r>
              <a:rPr lang="en-US" smtClean="0"/>
              <a:t>Click to edit Master text styles</a:t>
            </a:r>
          </a:p>
        </p:txBody>
      </p:sp>
      <p:sp>
        <p:nvSpPr>
          <p:cNvPr id="3" name="Textplatzhalter 2"/>
          <p:cNvSpPr>
            <a:spLocks noGrp="1"/>
          </p:cNvSpPr>
          <p:nvPr>
            <p:ph type="body" sz="quarter" idx="12"/>
          </p:nvPr>
        </p:nvSpPr>
        <p:spPr>
          <a:xfrm>
            <a:off x="3996000" y="1368000"/>
            <a:ext cx="4320000" cy="414054"/>
          </a:xfrm>
          <a:prstGeom prst="rect">
            <a:avLst/>
          </a:prstGeom>
        </p:spPr>
        <p:txBody>
          <a:bodyPr lIns="0" tIns="0" rIns="0" bIns="0"/>
          <a:lstStyle>
            <a:lvl1pPr marL="0" indent="0">
              <a:spcBef>
                <a:spcPts val="0"/>
              </a:spcBef>
              <a:buFontTx/>
              <a:buNone/>
              <a:defRPr sz="2200"/>
            </a:lvl1pPr>
          </a:lstStyle>
          <a:p>
            <a:pPr lvl="0"/>
            <a:r>
              <a:rPr lang="en-US" smtClean="0"/>
              <a:t>Click to edit Master text styles</a:t>
            </a:r>
          </a:p>
        </p:txBody>
      </p:sp>
      <p:sp>
        <p:nvSpPr>
          <p:cNvPr id="4" name="Textplatzhalter 3"/>
          <p:cNvSpPr>
            <a:spLocks noGrp="1"/>
          </p:cNvSpPr>
          <p:nvPr>
            <p:ph type="body" sz="quarter" idx="13"/>
          </p:nvPr>
        </p:nvSpPr>
        <p:spPr>
          <a:xfrm>
            <a:off x="3996000" y="2123999"/>
            <a:ext cx="4320000" cy="3960000"/>
          </a:xfrm>
          <a:prstGeom prst="rect">
            <a:avLst/>
          </a:prstGeom>
        </p:spPr>
        <p:txBody>
          <a:bodyPr/>
          <a:lstStyle>
            <a:lvl1pPr marL="216000" indent="-216000">
              <a:spcBef>
                <a:spcPts val="0"/>
              </a:spcBef>
              <a:defRPr sz="1800"/>
            </a:lvl1pPr>
            <a:lvl2pPr marL="432000" indent="-216000">
              <a:spcBef>
                <a:spcPts val="0"/>
              </a:spcBef>
              <a:defRPr sz="1800"/>
            </a:lvl2pPr>
            <a:lvl3pPr marL="648000" indent="-216000">
              <a:spcBef>
                <a:spcPts val="0"/>
              </a:spcBef>
              <a:buFont typeface="Wingdings" panose="05000000000000000000" pitchFamily="2" charset="2"/>
              <a:buChar char="§"/>
              <a:defRPr sz="1800"/>
            </a:lvl3pPr>
            <a:lvl4pPr marL="864000" indent="-216000">
              <a:spcBef>
                <a:spcPts val="0"/>
              </a:spcBef>
              <a:buFont typeface="Arial" panose="020B0604020202020204" pitchFamily="34" charset="0"/>
              <a:buChar char="•"/>
              <a:defRPr sz="1800"/>
            </a:lvl4pPr>
            <a:lvl5pPr marL="1080000" indent="-216000">
              <a:spcBef>
                <a:spcPts val="0"/>
              </a:spcBef>
              <a:buFont typeface="Calibri" panose="020F0502020204030204" pitchFamily="34" charset="0"/>
              <a:buChar char="─"/>
              <a:defRPr sz="1800"/>
            </a:lvl5pPr>
            <a:lvl6pPr marL="1296000" indent="-216000">
              <a:spcBef>
                <a:spcPts val="0"/>
              </a:spcBef>
              <a:buFont typeface="Calibri" panose="020F0502020204030204" pitchFamily="34" charset="0"/>
              <a:buChar char="─"/>
              <a:defRPr/>
            </a:lvl6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3290407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Horizontal image">
    <p:spTree>
      <p:nvGrpSpPr>
        <p:cNvPr id="1" name=""/>
        <p:cNvGrpSpPr/>
        <p:nvPr/>
      </p:nvGrpSpPr>
      <p:grpSpPr>
        <a:xfrm>
          <a:off x="0" y="0"/>
          <a:ext cx="0" cy="0"/>
          <a:chOff x="0" y="0"/>
          <a:chExt cx="0" cy="0"/>
        </a:xfrm>
      </p:grpSpPr>
      <p:pic>
        <p:nvPicPr>
          <p:cNvPr id="6" name="Picture 5"/>
          <p:cNvPicPr>
            <a:picLocks/>
          </p:cNvPicPr>
          <p:nvPr userDrawn="1">
            <p:custDataLst>
              <p:tags r:id="rId1"/>
            </p:custDataLst>
          </p:nvPr>
        </p:nvPicPr>
        <p:blipFill>
          <a:blip r:embed="rId3"/>
          <a:stretch>
            <a:fillRect/>
          </a:stretch>
        </p:blipFill>
        <p:spPr>
          <a:xfrm>
            <a:off x="7632700" y="6426200"/>
            <a:ext cx="1079500" cy="198438"/>
          </a:xfrm>
          <a:prstGeom prst="rect">
            <a:avLst/>
          </a:prstGeom>
          <a:ln w="0">
            <a:noFill/>
          </a:ln>
          <a:effectLst/>
          <a:extLst>
            <a:ext uri="{91240B29-F687-4F45-9708-019B960494DF}">
              <a14:hiddenLine xmlns:a14="http://schemas.microsoft.com/office/drawing/2010/main" w="0">
                <a:solidFill>
                  <a:schemeClr val="tx1"/>
                </a:solidFill>
              </a14:hiddenLine>
            </a:ex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pic>
      <p:sp>
        <p:nvSpPr>
          <p:cNvPr id="8" name="Inhaltsplatzhalter 6"/>
          <p:cNvSpPr>
            <a:spLocks noGrp="1"/>
          </p:cNvSpPr>
          <p:nvPr>
            <p:ph sz="half" idx="2"/>
          </p:nvPr>
        </p:nvSpPr>
        <p:spPr>
          <a:xfrm>
            <a:off x="0" y="2123999"/>
            <a:ext cx="5655945" cy="3960000"/>
          </a:xfrm>
          <a:prstGeom prst="rect">
            <a:avLst/>
          </a:prstGeom>
          <a:ln w="0">
            <a:noFill/>
          </a:ln>
          <a:effectLst/>
          <a:extLst>
            <a:ext uri="{91240B29-F687-4F45-9708-019B960494DF}">
              <a14:hiddenLine xmlns:a14="http://schemas.microsoft.com/office/drawing/2010/main" w="0">
                <a:solidFill>
                  <a:schemeClr val="tx1"/>
                </a:solidFill>
              </a14:hiddenLine>
            </a:ex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wrap="square" lIns="0" tIns="0" rIns="0" bIns="0"/>
          <a:lstStyle>
            <a:lvl1pPr marL="0" indent="0">
              <a:buFontTx/>
              <a:buNone/>
              <a:defRPr sz="2200">
                <a:solidFill>
                  <a:schemeClr val="tx1"/>
                </a:solidFill>
              </a:defRPr>
            </a:lvl1pPr>
          </a:lstStyle>
          <a:p>
            <a:pPr lvl="0"/>
            <a:r>
              <a:rPr lang="en-US" smtClean="0"/>
              <a:t>Click to edit Master text styles</a:t>
            </a:r>
          </a:p>
        </p:txBody>
      </p:sp>
      <p:sp>
        <p:nvSpPr>
          <p:cNvPr id="7" name="Text Placeholder 2"/>
          <p:cNvSpPr>
            <a:spLocks noGrp="1"/>
          </p:cNvSpPr>
          <p:nvPr>
            <p:ph type="body" sz="quarter" idx="10"/>
          </p:nvPr>
        </p:nvSpPr>
        <p:spPr>
          <a:xfrm>
            <a:off x="828000" y="828000"/>
            <a:ext cx="7488000" cy="512768"/>
          </a:xfrm>
          <a:prstGeom prst="rect">
            <a:avLst/>
          </a:prstGeom>
        </p:spPr>
        <p:txBody>
          <a:bodyPr lIns="0" tIns="0" rIns="0" bIns="0"/>
          <a:lstStyle>
            <a:lvl1pPr marL="0" indent="0" algn="l">
              <a:spcBef>
                <a:spcPts val="0"/>
              </a:spcBef>
              <a:buFontTx/>
              <a:buNone/>
              <a:defRPr baseline="0">
                <a:solidFill>
                  <a:schemeClr val="tx1"/>
                </a:solidFill>
              </a:defRPr>
            </a:lvl1pPr>
          </a:lstStyle>
          <a:p>
            <a:pPr lvl="0"/>
            <a:r>
              <a:rPr lang="en-US" smtClean="0"/>
              <a:t>Click to edit Master text styles</a:t>
            </a:r>
          </a:p>
        </p:txBody>
      </p:sp>
      <p:sp>
        <p:nvSpPr>
          <p:cNvPr id="12" name="Textplatzhalter 3"/>
          <p:cNvSpPr>
            <a:spLocks noGrp="1"/>
          </p:cNvSpPr>
          <p:nvPr>
            <p:ph type="body" sz="quarter" idx="12"/>
          </p:nvPr>
        </p:nvSpPr>
        <p:spPr>
          <a:xfrm>
            <a:off x="828000" y="1368000"/>
            <a:ext cx="7488000" cy="374400"/>
          </a:xfrm>
          <a:prstGeom prst="rect">
            <a:avLst/>
          </a:prstGeom>
        </p:spPr>
        <p:txBody>
          <a:bodyPr lIns="0" tIns="0" rIns="0" bIns="0"/>
          <a:lstStyle>
            <a:lvl1pPr marL="0" indent="0">
              <a:spcBef>
                <a:spcPts val="0"/>
              </a:spcBef>
              <a:buFontTx/>
              <a:buNone/>
              <a:defRPr sz="2200"/>
            </a:lvl1pPr>
          </a:lstStyle>
          <a:p>
            <a:pPr lvl="0"/>
            <a:r>
              <a:rPr lang="en-US" smtClean="0"/>
              <a:t>Click to edit Master text styles</a:t>
            </a:r>
          </a:p>
        </p:txBody>
      </p:sp>
      <p:sp>
        <p:nvSpPr>
          <p:cNvPr id="9" name="Textplatzhalter 2"/>
          <p:cNvSpPr>
            <a:spLocks noGrp="1"/>
          </p:cNvSpPr>
          <p:nvPr>
            <p:ph type="body" sz="quarter" idx="14"/>
          </p:nvPr>
        </p:nvSpPr>
        <p:spPr>
          <a:xfrm>
            <a:off x="5904000" y="2124000"/>
            <a:ext cx="2412000" cy="3960000"/>
          </a:xfrm>
          <a:prstGeom prst="rect">
            <a:avLst/>
          </a:prstGeom>
        </p:spPr>
        <p:txBody>
          <a:bodyPr lIns="0" tIns="0" rIns="0" bIns="0"/>
          <a:lstStyle>
            <a:lvl1pPr marL="180000" indent="-180000">
              <a:spcBef>
                <a:spcPts val="0"/>
              </a:spcBef>
              <a:defRPr sz="1600" baseline="0"/>
            </a:lvl1pPr>
            <a:lvl2pPr marL="360000" indent="-180000">
              <a:spcBef>
                <a:spcPts val="0"/>
              </a:spcBef>
              <a:defRPr sz="1600"/>
            </a:lvl2pPr>
            <a:lvl3pPr marL="540000" indent="-180000">
              <a:spcBef>
                <a:spcPts val="0"/>
              </a:spcBef>
              <a:buFont typeface="Wingdings" panose="05000000000000000000" pitchFamily="2" charset="2"/>
              <a:buChar char="§"/>
              <a:defRPr sz="1600"/>
            </a:lvl3pPr>
            <a:lvl4pPr marL="720000" indent="-180000" algn="l" defTabSz="914400" rtl="0" eaLnBrk="1" latinLnBrk="0" hangingPunct="1">
              <a:spcBef>
                <a:spcPts val="0"/>
              </a:spcBef>
              <a:buFont typeface="Arial" panose="020B0604020202020204" pitchFamily="34" charset="0"/>
              <a:buChar char="•"/>
              <a:defRPr lang="de-DE" sz="1600" kern="1200" dirty="0" smtClean="0">
                <a:solidFill>
                  <a:schemeClr val="tx1"/>
                </a:solidFill>
                <a:latin typeface="+mn-lt"/>
                <a:ea typeface="+mn-ea"/>
                <a:cs typeface="+mn-cs"/>
              </a:defRPr>
            </a:lvl4pPr>
            <a:lvl5pPr marL="900000" indent="-180000">
              <a:spcBef>
                <a:spcPts val="0"/>
              </a:spcBef>
              <a:buFont typeface="Calibri" panose="020F0502020204030204" pitchFamily="34" charset="0"/>
              <a:buChar char="─"/>
              <a:defRPr sz="1600"/>
            </a:lvl5pPr>
            <a:lvl6pPr marL="360000" indent="-180000">
              <a:spcBef>
                <a:spcPts val="0"/>
              </a:spcBef>
              <a:buFont typeface="Calibri" panose="020F0502020204030204" pitchFamily="34" charset="0"/>
              <a:buChar char="─"/>
              <a:defRPr sz="1600"/>
            </a:lvl6pPr>
            <a:lvl7pPr marL="360000" indent="-180000">
              <a:spcBef>
                <a:spcPts val="0"/>
              </a:spcBef>
              <a:buFont typeface="Calibri" panose="020F0502020204030204" pitchFamily="34" charset="0"/>
              <a:buChar char="─"/>
              <a:defRPr sz="1600"/>
            </a:lvl7pPr>
            <a:lvl8pPr marL="360000" indent="-180000">
              <a:spcBef>
                <a:spcPts val="0"/>
              </a:spcBef>
              <a:buFont typeface="Calibri" panose="020F0502020204030204" pitchFamily="34" charset="0"/>
              <a:buChar char="─"/>
              <a:defRPr sz="1600"/>
            </a:lvl8pPr>
            <a:lvl9pPr marL="360000" indent="-180000">
              <a:spcBef>
                <a:spcPts val="0"/>
              </a:spcBef>
              <a:buFont typeface="Calibri" panose="020F0502020204030204" pitchFamily="34" charset="0"/>
              <a:buChar cha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dirty="0" smtClean="0"/>
          </a:p>
        </p:txBody>
      </p:sp>
    </p:spTree>
    <p:extLst>
      <p:ext uri="{BB962C8B-B14F-4D97-AF65-F5344CB8AC3E}">
        <p14:creationId xmlns:p14="http://schemas.microsoft.com/office/powerpoint/2010/main" val="33426740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column images">
    <p:spTree>
      <p:nvGrpSpPr>
        <p:cNvPr id="1" name=""/>
        <p:cNvGrpSpPr/>
        <p:nvPr/>
      </p:nvGrpSpPr>
      <p:grpSpPr>
        <a:xfrm>
          <a:off x="0" y="0"/>
          <a:ext cx="0" cy="0"/>
          <a:chOff x="0" y="0"/>
          <a:chExt cx="0" cy="0"/>
        </a:xfrm>
      </p:grpSpPr>
      <p:pic>
        <p:nvPicPr>
          <p:cNvPr id="8" name="Picture 7"/>
          <p:cNvPicPr>
            <a:picLocks/>
          </p:cNvPicPr>
          <p:nvPr userDrawn="1">
            <p:custDataLst>
              <p:tags r:id="rId1"/>
            </p:custDataLst>
          </p:nvPr>
        </p:nvPicPr>
        <p:blipFill>
          <a:blip r:embed="rId3"/>
          <a:stretch>
            <a:fillRect/>
          </a:stretch>
        </p:blipFill>
        <p:spPr>
          <a:xfrm>
            <a:off x="7632700" y="6426200"/>
            <a:ext cx="1079500" cy="198438"/>
          </a:xfrm>
          <a:prstGeom prst="rect">
            <a:avLst/>
          </a:prstGeom>
          <a:ln w="0">
            <a:noFill/>
          </a:ln>
          <a:effectLst/>
          <a:extLst>
            <a:ext uri="{91240B29-F687-4F45-9708-019B960494DF}">
              <a14:hiddenLine xmlns:a14="http://schemas.microsoft.com/office/drawing/2010/main" w="0">
                <a:solidFill>
                  <a:schemeClr val="tx1"/>
                </a:solidFill>
              </a14:hiddenLine>
            </a:ex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pic>
      <p:sp>
        <p:nvSpPr>
          <p:cNvPr id="10" name="Inhaltsplatzhalter 13"/>
          <p:cNvSpPr>
            <a:spLocks noGrp="1"/>
          </p:cNvSpPr>
          <p:nvPr>
            <p:ph sz="quarter" idx="2"/>
          </p:nvPr>
        </p:nvSpPr>
        <p:spPr>
          <a:xfrm>
            <a:off x="4788003" y="2123999"/>
            <a:ext cx="3527997" cy="2627998"/>
          </a:xfrm>
          <a:prstGeom prst="rect">
            <a:avLst/>
          </a:prstGeom>
          <a:ln w="0">
            <a:noFill/>
          </a:ln>
          <a:effectLst/>
          <a:extLst>
            <a:ext uri="{91240B29-F687-4F45-9708-019B960494DF}">
              <a14:hiddenLine xmlns:a14="http://schemas.microsoft.com/office/drawing/2010/main" w="0">
                <a:solidFill>
                  <a:schemeClr val="tx1"/>
                </a:solidFill>
              </a14:hiddenLine>
            </a:ex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wrap="square" lIns="0" tIns="0" rIns="0" bIns="0"/>
          <a:lstStyle>
            <a:lvl1pPr marL="0" indent="0">
              <a:buFontTx/>
              <a:buNone/>
              <a:defRPr sz="2200"/>
            </a:lvl1pPr>
          </a:lstStyle>
          <a:p>
            <a:pPr lvl="0"/>
            <a:r>
              <a:rPr lang="en-US" smtClean="0"/>
              <a:t>Click to edit Master text styles</a:t>
            </a:r>
          </a:p>
        </p:txBody>
      </p:sp>
      <p:sp>
        <p:nvSpPr>
          <p:cNvPr id="12" name="Inhaltsplatzhalter 14"/>
          <p:cNvSpPr>
            <a:spLocks noGrp="1"/>
          </p:cNvSpPr>
          <p:nvPr>
            <p:ph sz="quarter" idx="1"/>
          </p:nvPr>
        </p:nvSpPr>
        <p:spPr>
          <a:xfrm>
            <a:off x="828003" y="2123999"/>
            <a:ext cx="3527997" cy="2627998"/>
          </a:xfrm>
          <a:prstGeom prst="rect">
            <a:avLst/>
          </a:prstGeom>
          <a:ln w="0">
            <a:noFill/>
          </a:ln>
          <a:effectLst/>
          <a:extLst>
            <a:ext uri="{91240B29-F687-4F45-9708-019B960494DF}">
              <a14:hiddenLine xmlns:a14="http://schemas.microsoft.com/office/drawing/2010/main" w="0">
                <a:solidFill>
                  <a:schemeClr val="tx1"/>
                </a:solidFill>
              </a14:hiddenLine>
            </a:ex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wrap="square" lIns="0" tIns="0" rIns="0" bIns="0"/>
          <a:lstStyle>
            <a:lvl1pPr marL="0" indent="0">
              <a:buFontTx/>
              <a:buNone/>
              <a:defRPr sz="2200"/>
            </a:lvl1pPr>
          </a:lstStyle>
          <a:p>
            <a:pPr lvl="0"/>
            <a:r>
              <a:rPr lang="en-US" smtClean="0"/>
              <a:t>Click to edit Master text styles</a:t>
            </a:r>
          </a:p>
        </p:txBody>
      </p:sp>
      <p:sp>
        <p:nvSpPr>
          <p:cNvPr id="14" name="Text Placeholder 2"/>
          <p:cNvSpPr>
            <a:spLocks noGrp="1"/>
          </p:cNvSpPr>
          <p:nvPr>
            <p:ph type="body" sz="quarter" idx="10"/>
          </p:nvPr>
        </p:nvSpPr>
        <p:spPr>
          <a:xfrm>
            <a:off x="828000" y="828000"/>
            <a:ext cx="7488000" cy="512768"/>
          </a:xfrm>
          <a:prstGeom prst="rect">
            <a:avLst/>
          </a:prstGeom>
        </p:spPr>
        <p:txBody>
          <a:bodyPr lIns="0" tIns="0" rIns="0" bIns="0"/>
          <a:lstStyle>
            <a:lvl1pPr marL="0" indent="0" algn="l">
              <a:spcBef>
                <a:spcPts val="0"/>
              </a:spcBef>
              <a:buFontTx/>
              <a:buNone/>
              <a:defRPr baseline="0">
                <a:solidFill>
                  <a:schemeClr val="tx1"/>
                </a:solidFill>
              </a:defRPr>
            </a:lvl1pPr>
          </a:lstStyle>
          <a:p>
            <a:pPr lvl="0"/>
            <a:r>
              <a:rPr lang="en-US" smtClean="0"/>
              <a:t>Click to edit Master text styles</a:t>
            </a:r>
          </a:p>
        </p:txBody>
      </p:sp>
      <p:sp>
        <p:nvSpPr>
          <p:cNvPr id="15" name="Textplatzhalter 3"/>
          <p:cNvSpPr>
            <a:spLocks noGrp="1"/>
          </p:cNvSpPr>
          <p:nvPr>
            <p:ph type="body" sz="quarter" idx="12"/>
          </p:nvPr>
        </p:nvSpPr>
        <p:spPr>
          <a:xfrm>
            <a:off x="828000" y="1368000"/>
            <a:ext cx="7488000" cy="374400"/>
          </a:xfrm>
          <a:prstGeom prst="rect">
            <a:avLst/>
          </a:prstGeom>
        </p:spPr>
        <p:txBody>
          <a:bodyPr lIns="0" tIns="0" rIns="0" bIns="0"/>
          <a:lstStyle>
            <a:lvl1pPr marL="0" indent="0">
              <a:spcBef>
                <a:spcPts val="0"/>
              </a:spcBef>
              <a:buFontTx/>
              <a:buNone/>
              <a:defRPr sz="2200"/>
            </a:lvl1pPr>
          </a:lstStyle>
          <a:p>
            <a:pPr lvl="0"/>
            <a:r>
              <a:rPr lang="en-US" smtClean="0"/>
              <a:t>Click to edit Master text styles</a:t>
            </a:r>
          </a:p>
        </p:txBody>
      </p:sp>
      <p:sp>
        <p:nvSpPr>
          <p:cNvPr id="3" name="Textplatzhalter 2"/>
          <p:cNvSpPr>
            <a:spLocks noGrp="1"/>
          </p:cNvSpPr>
          <p:nvPr>
            <p:ph type="body" sz="quarter" idx="13"/>
          </p:nvPr>
        </p:nvSpPr>
        <p:spPr>
          <a:xfrm>
            <a:off x="828674" y="5004000"/>
            <a:ext cx="3528000" cy="1116000"/>
          </a:xfrm>
          <a:prstGeom prst="rect">
            <a:avLst/>
          </a:prstGeom>
        </p:spPr>
        <p:txBody>
          <a:bodyPr lIns="0" tIns="0" rIns="0" bIns="0"/>
          <a:lstStyle>
            <a:lvl1pPr marL="180000" indent="-180000">
              <a:spcBef>
                <a:spcPts val="0"/>
              </a:spcBef>
              <a:defRPr sz="1600" baseline="0"/>
            </a:lvl1pPr>
            <a:lvl2pPr marL="360000" indent="-180000">
              <a:spcBef>
                <a:spcPts val="0"/>
              </a:spcBef>
              <a:defRPr sz="1600"/>
            </a:lvl2pPr>
            <a:lvl3pPr marL="540000" indent="-180000">
              <a:spcBef>
                <a:spcPts val="0"/>
              </a:spcBef>
              <a:buFont typeface="Wingdings" panose="05000000000000000000" pitchFamily="2" charset="2"/>
              <a:buChar char="§"/>
              <a:defRPr sz="1600"/>
            </a:lvl3pPr>
            <a:lvl4pPr marL="720000" indent="-180000" algn="l" defTabSz="914400" rtl="0" eaLnBrk="1" latinLnBrk="0" hangingPunct="1">
              <a:spcBef>
                <a:spcPts val="0"/>
              </a:spcBef>
              <a:buFont typeface="Arial" panose="020B0604020202020204" pitchFamily="34" charset="0"/>
              <a:buChar char="•"/>
              <a:defRPr lang="de-DE" sz="1600" kern="1200" dirty="0" smtClean="0">
                <a:solidFill>
                  <a:schemeClr val="tx1"/>
                </a:solidFill>
                <a:latin typeface="+mn-lt"/>
                <a:ea typeface="+mn-ea"/>
                <a:cs typeface="+mn-cs"/>
              </a:defRPr>
            </a:lvl4pPr>
            <a:lvl5pPr marL="900000" indent="-180000">
              <a:spcBef>
                <a:spcPts val="0"/>
              </a:spcBef>
              <a:buFont typeface="Calibri" panose="020F0502020204030204" pitchFamily="34" charset="0"/>
              <a:buChar char="─"/>
              <a:defRPr sz="1600"/>
            </a:lvl5pPr>
            <a:lvl6pPr marL="360000" indent="-180000">
              <a:spcBef>
                <a:spcPts val="0"/>
              </a:spcBef>
              <a:buFont typeface="Calibri" panose="020F0502020204030204" pitchFamily="34" charset="0"/>
              <a:buChar char="─"/>
              <a:defRPr sz="1600"/>
            </a:lvl6pPr>
            <a:lvl7pPr marL="360000" indent="-180000">
              <a:spcBef>
                <a:spcPts val="0"/>
              </a:spcBef>
              <a:buFont typeface="Calibri" panose="020F0502020204030204" pitchFamily="34" charset="0"/>
              <a:buChar char="─"/>
              <a:defRPr sz="1600"/>
            </a:lvl7pPr>
            <a:lvl8pPr marL="360000" indent="-180000">
              <a:spcBef>
                <a:spcPts val="0"/>
              </a:spcBef>
              <a:buFont typeface="Calibri" panose="020F0502020204030204" pitchFamily="34" charset="0"/>
              <a:buChar char="─"/>
              <a:defRPr sz="1600"/>
            </a:lvl8pPr>
            <a:lvl9pPr marL="360000" indent="-180000">
              <a:spcBef>
                <a:spcPts val="0"/>
              </a:spcBef>
              <a:buFont typeface="Calibri" panose="020F0502020204030204" pitchFamily="34" charset="0"/>
              <a:buChar cha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dirty="0" smtClean="0"/>
          </a:p>
        </p:txBody>
      </p:sp>
      <p:sp>
        <p:nvSpPr>
          <p:cNvPr id="9" name="Textplatzhalter 2"/>
          <p:cNvSpPr>
            <a:spLocks noGrp="1"/>
          </p:cNvSpPr>
          <p:nvPr>
            <p:ph type="body" sz="quarter" idx="14"/>
          </p:nvPr>
        </p:nvSpPr>
        <p:spPr>
          <a:xfrm>
            <a:off x="4788000" y="5004000"/>
            <a:ext cx="3528000" cy="1116000"/>
          </a:xfrm>
          <a:prstGeom prst="rect">
            <a:avLst/>
          </a:prstGeom>
        </p:spPr>
        <p:txBody>
          <a:bodyPr lIns="0" tIns="0" rIns="0" bIns="0"/>
          <a:lstStyle>
            <a:lvl1pPr marL="180000" indent="-180000">
              <a:spcBef>
                <a:spcPts val="0"/>
              </a:spcBef>
              <a:defRPr sz="1600" baseline="0"/>
            </a:lvl1pPr>
            <a:lvl2pPr marL="360000" indent="-180000">
              <a:spcBef>
                <a:spcPts val="0"/>
              </a:spcBef>
              <a:defRPr sz="1600"/>
            </a:lvl2pPr>
            <a:lvl3pPr marL="540000" indent="-180000">
              <a:spcBef>
                <a:spcPts val="0"/>
              </a:spcBef>
              <a:buFont typeface="Wingdings" panose="05000000000000000000" pitchFamily="2" charset="2"/>
              <a:buChar char="§"/>
              <a:defRPr sz="1600"/>
            </a:lvl3pPr>
            <a:lvl4pPr marL="720000" indent="-180000" algn="l" defTabSz="914400" rtl="0" eaLnBrk="1" latinLnBrk="0" hangingPunct="1">
              <a:spcBef>
                <a:spcPts val="0"/>
              </a:spcBef>
              <a:buFont typeface="Arial" panose="020B0604020202020204" pitchFamily="34" charset="0"/>
              <a:buChar char="•"/>
              <a:defRPr lang="de-DE" sz="1600" kern="1200" dirty="0" smtClean="0">
                <a:solidFill>
                  <a:schemeClr val="tx1"/>
                </a:solidFill>
                <a:latin typeface="+mn-lt"/>
                <a:ea typeface="+mn-ea"/>
                <a:cs typeface="+mn-cs"/>
              </a:defRPr>
            </a:lvl4pPr>
            <a:lvl5pPr marL="900000" indent="-180000">
              <a:spcBef>
                <a:spcPts val="0"/>
              </a:spcBef>
              <a:buFont typeface="Calibri" panose="020F0502020204030204" pitchFamily="34" charset="0"/>
              <a:buChar char="─"/>
              <a:defRPr sz="1600"/>
            </a:lvl5pPr>
            <a:lvl6pPr marL="360000" indent="-180000">
              <a:spcBef>
                <a:spcPts val="0"/>
              </a:spcBef>
              <a:buFont typeface="Calibri" panose="020F0502020204030204" pitchFamily="34" charset="0"/>
              <a:buChar char="─"/>
              <a:defRPr sz="1600"/>
            </a:lvl6pPr>
            <a:lvl7pPr marL="360000" indent="-180000">
              <a:spcBef>
                <a:spcPts val="0"/>
              </a:spcBef>
              <a:buFont typeface="Calibri" panose="020F0502020204030204" pitchFamily="34" charset="0"/>
              <a:buChar char="─"/>
              <a:defRPr sz="1600"/>
            </a:lvl7pPr>
            <a:lvl8pPr marL="360000" indent="-180000">
              <a:spcBef>
                <a:spcPts val="0"/>
              </a:spcBef>
              <a:buFont typeface="Calibri" panose="020F0502020204030204" pitchFamily="34" charset="0"/>
              <a:buChar char="─"/>
              <a:defRPr sz="1600"/>
            </a:lvl8pPr>
            <a:lvl9pPr marL="360000" indent="-180000">
              <a:spcBef>
                <a:spcPts val="0"/>
              </a:spcBef>
              <a:buFont typeface="Calibri" panose="020F0502020204030204" pitchFamily="34" charset="0"/>
              <a:buChar cha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dirty="0" smtClean="0"/>
          </a:p>
        </p:txBody>
      </p:sp>
    </p:spTree>
    <p:extLst>
      <p:ext uri="{BB962C8B-B14F-4D97-AF65-F5344CB8AC3E}">
        <p14:creationId xmlns:p14="http://schemas.microsoft.com/office/powerpoint/2010/main" val="42319212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ivider white">
    <p:spTree>
      <p:nvGrpSpPr>
        <p:cNvPr id="1" name=""/>
        <p:cNvGrpSpPr/>
        <p:nvPr/>
      </p:nvGrpSpPr>
      <p:grpSpPr>
        <a:xfrm>
          <a:off x="0" y="0"/>
          <a:ext cx="0" cy="0"/>
          <a:chOff x="0" y="0"/>
          <a:chExt cx="0" cy="0"/>
        </a:xfrm>
      </p:grpSpPr>
      <p:pic>
        <p:nvPicPr>
          <p:cNvPr id="5" name="Picture 4"/>
          <p:cNvPicPr>
            <a:picLocks/>
          </p:cNvPicPr>
          <p:nvPr userDrawn="1">
            <p:custDataLst>
              <p:tags r:id="rId1"/>
            </p:custDataLst>
          </p:nvPr>
        </p:nvPicPr>
        <p:blipFill>
          <a:blip r:embed="rId3"/>
          <a:stretch>
            <a:fillRect/>
          </a:stretch>
        </p:blipFill>
        <p:spPr>
          <a:xfrm>
            <a:off x="7632700" y="6426200"/>
            <a:ext cx="1079500" cy="198438"/>
          </a:xfrm>
          <a:prstGeom prst="rect">
            <a:avLst/>
          </a:prstGeom>
          <a:ln w="0">
            <a:noFill/>
          </a:ln>
          <a:effectLst/>
          <a:extLst>
            <a:ext uri="{91240B29-F687-4F45-9708-019B960494DF}">
              <a14:hiddenLine xmlns:a14="http://schemas.microsoft.com/office/drawing/2010/main" w="0">
                <a:solidFill>
                  <a:schemeClr val="tx1"/>
                </a:solidFill>
              </a14:hiddenLine>
            </a:ex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pic>
      <p:sp>
        <p:nvSpPr>
          <p:cNvPr id="4" name="Text Placeholder 3"/>
          <p:cNvSpPr>
            <a:spLocks noGrp="1"/>
          </p:cNvSpPr>
          <p:nvPr>
            <p:ph type="body" sz="quarter" idx="10"/>
          </p:nvPr>
        </p:nvSpPr>
        <p:spPr>
          <a:xfrm>
            <a:off x="828674" y="2052000"/>
            <a:ext cx="7488000" cy="1620000"/>
          </a:xfrm>
          <a:prstGeom prst="rect">
            <a:avLst/>
          </a:prstGeom>
        </p:spPr>
        <p:txBody>
          <a:bodyPr lIns="0" tIns="0" rIns="0" bIns="0"/>
          <a:lstStyle>
            <a:lvl1pPr marL="0" indent="0" algn="l">
              <a:spcBef>
                <a:spcPts val="0"/>
              </a:spcBef>
              <a:buFontTx/>
              <a:buNone/>
              <a:defRPr sz="4800">
                <a:solidFill>
                  <a:schemeClr val="tx1"/>
                </a:solidFill>
              </a:defRPr>
            </a:lvl1pPr>
            <a:lvl2pPr>
              <a:defRPr sz="4800"/>
            </a:lvl2pPr>
            <a:lvl3pPr>
              <a:defRPr sz="4800"/>
            </a:lvl3pPr>
            <a:lvl4pPr>
              <a:defRPr sz="4800"/>
            </a:lvl4pPr>
            <a:lvl5pPr>
              <a:defRPr sz="4800"/>
            </a:lvl5pPr>
          </a:lstStyle>
          <a:p>
            <a:pPr lvl="0"/>
            <a:r>
              <a:rPr lang="en-US" smtClean="0"/>
              <a:t>Click to edit Master text styles</a:t>
            </a:r>
          </a:p>
        </p:txBody>
      </p:sp>
      <p:sp>
        <p:nvSpPr>
          <p:cNvPr id="6" name="Text Placeholder 5"/>
          <p:cNvSpPr>
            <a:spLocks noGrp="1"/>
          </p:cNvSpPr>
          <p:nvPr>
            <p:ph type="body" sz="quarter" idx="11"/>
          </p:nvPr>
        </p:nvSpPr>
        <p:spPr>
          <a:xfrm>
            <a:off x="828675" y="1368000"/>
            <a:ext cx="7488238" cy="404816"/>
          </a:xfrm>
          <a:prstGeom prst="rect">
            <a:avLst/>
          </a:prstGeom>
        </p:spPr>
        <p:txBody>
          <a:bodyPr lIns="0" tIns="0" rIns="0" bIns="0"/>
          <a:lstStyle>
            <a:lvl1pPr marL="0" indent="0">
              <a:spcBef>
                <a:spcPts val="0"/>
              </a:spcBef>
              <a:buFontTx/>
              <a:buNone/>
              <a:defRPr sz="2000">
                <a:solidFill>
                  <a:schemeClr val="tx1"/>
                </a:solidFill>
              </a:defRPr>
            </a:lvl1pPr>
          </a:lstStyle>
          <a:p>
            <a:pPr lvl="0"/>
            <a:r>
              <a:rPr lang="en-US" smtClean="0"/>
              <a:t>Click to edit Master text styles</a:t>
            </a:r>
          </a:p>
        </p:txBody>
      </p:sp>
    </p:spTree>
    <p:extLst>
      <p:ext uri="{BB962C8B-B14F-4D97-AF65-F5344CB8AC3E}">
        <p14:creationId xmlns:p14="http://schemas.microsoft.com/office/powerpoint/2010/main" val="18484597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End slide">
    <p:spTree>
      <p:nvGrpSpPr>
        <p:cNvPr id="1" name=""/>
        <p:cNvGrpSpPr/>
        <p:nvPr/>
      </p:nvGrpSpPr>
      <p:grpSpPr>
        <a:xfrm>
          <a:off x="0" y="0"/>
          <a:ext cx="0" cy="0"/>
          <a:chOff x="0" y="0"/>
          <a:chExt cx="0" cy="0"/>
        </a:xfrm>
      </p:grpSpPr>
      <p:sp>
        <p:nvSpPr>
          <p:cNvPr id="2" name="Freeform 3"/>
          <p:cNvSpPr>
            <a:spLocks/>
          </p:cNvSpPr>
          <p:nvPr userDrawn="1">
            <p:custDataLst>
              <p:tags r:id="rId1"/>
            </p:custDataLst>
          </p:nvPr>
        </p:nvSpPr>
        <p:spPr bwMode="auto">
          <a:xfrm>
            <a:off x="0" y="0"/>
            <a:ext cx="9144000" cy="6858000"/>
          </a:xfrm>
          <a:custGeom>
            <a:avLst/>
            <a:gdLst>
              <a:gd name="T0" fmla="*/ 0 w 9144001"/>
              <a:gd name="T1" fmla="*/ 0 h 6858001"/>
              <a:gd name="T2" fmla="*/ 9143992 w 9144001"/>
              <a:gd name="T3" fmla="*/ 0 h 6858001"/>
              <a:gd name="T4" fmla="*/ 9143992 w 9144001"/>
              <a:gd name="T5" fmla="*/ 6857992 h 6858001"/>
              <a:gd name="T6" fmla="*/ 9143992 w 9144001"/>
              <a:gd name="T7" fmla="*/ 6857992 h 6858001"/>
              <a:gd name="T8" fmla="*/ 0 w 9144001"/>
              <a:gd name="T9" fmla="*/ 6857992 h 6858001"/>
              <a:gd name="T10" fmla="*/ 0 w 9144001"/>
              <a:gd name="T11" fmla="*/ 0 h 6858001"/>
              <a:gd name="T12" fmla="*/ 0 60000 65536"/>
              <a:gd name="T13" fmla="*/ 0 60000 65536"/>
              <a:gd name="T14" fmla="*/ 0 60000 65536"/>
              <a:gd name="T15" fmla="*/ 0 60000 65536"/>
              <a:gd name="T16" fmla="*/ 0 60000 65536"/>
              <a:gd name="T17" fmla="*/ 0 60000 65536"/>
              <a:gd name="T18" fmla="*/ 0 w 9144001"/>
              <a:gd name="T19" fmla="*/ 0 h 6858001"/>
              <a:gd name="T20" fmla="*/ 9144001 w 9144001"/>
              <a:gd name="T21" fmla="*/ 6858001 h 6858001"/>
            </a:gdLst>
            <a:ahLst/>
            <a:cxnLst>
              <a:cxn ang="T12">
                <a:pos x="T0" y="T1"/>
              </a:cxn>
              <a:cxn ang="T13">
                <a:pos x="T2" y="T3"/>
              </a:cxn>
              <a:cxn ang="T14">
                <a:pos x="T4" y="T5"/>
              </a:cxn>
              <a:cxn ang="T15">
                <a:pos x="T6" y="T7"/>
              </a:cxn>
              <a:cxn ang="T16">
                <a:pos x="T8" y="T9"/>
              </a:cxn>
              <a:cxn ang="T17">
                <a:pos x="T10" y="T11"/>
              </a:cxn>
            </a:cxnLst>
            <a:rect l="T18" t="T19" r="T20" b="T21"/>
            <a:pathLst>
              <a:path w="9144001" h="6858001">
                <a:moveTo>
                  <a:pt x="0" y="0"/>
                </a:moveTo>
                <a:lnTo>
                  <a:pt x="9144000" y="0"/>
                </a:lnTo>
                <a:lnTo>
                  <a:pt x="9144000" y="6858000"/>
                </a:lnTo>
                <a:lnTo>
                  <a:pt x="0" y="6858000"/>
                </a:lnTo>
                <a:lnTo>
                  <a:pt x="0" y="0"/>
                </a:lnTo>
                <a:close/>
              </a:path>
            </a:pathLst>
          </a:custGeom>
          <a:solidFill>
            <a:schemeClr val="bg1"/>
          </a:solidFill>
          <a:ln>
            <a:noFill/>
          </a:ln>
          <a:extLst>
            <a:ext uri="{91240B29-F687-4F45-9708-019B960494DF}">
              <a14:hiddenLine xmlns:a14="http://schemas.microsoft.com/office/drawing/2010/main" w="9525" cap="flat" cmpd="sng" algn="ctr">
                <a:solidFill>
                  <a:srgbClr val="000000"/>
                </a:solidFill>
                <a:prstDash val="solid"/>
                <a:round/>
                <a:headEnd type="none" w="med" len="med"/>
                <a:tailEnd type="none" w="med" len="med"/>
              </a14:hiddenLine>
            </a:ext>
          </a:extLst>
        </p:spPr>
        <p:txBody>
          <a:bodyPr/>
          <a:lstStyle/>
          <a:p>
            <a:endParaRPr lang="en-US"/>
          </a:p>
        </p:txBody>
      </p:sp>
      <p:pic>
        <p:nvPicPr>
          <p:cNvPr id="3" name="Picture 6"/>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3941763" y="2627313"/>
            <a:ext cx="1260475" cy="160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463513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6481" y="273629"/>
            <a:ext cx="8226720" cy="1143480"/>
          </a:xfrm>
          <a:prstGeom prst="rect">
            <a:avLst/>
          </a:prstGeom>
        </p:spPr>
        <p:txBody>
          <a:bodyPr lIns="82945" tIns="41473" rIns="82945" bIns="41473"/>
          <a:lstStyle/>
          <a:p>
            <a:r>
              <a:rPr lang="en-US" smtClean="0"/>
              <a:t>Click to edit Master title style</a:t>
            </a:r>
            <a:endParaRPr lang="it-IT"/>
          </a:p>
        </p:txBody>
      </p:sp>
      <p:sp>
        <p:nvSpPr>
          <p:cNvPr id="3" name="Content Placeholder 2"/>
          <p:cNvSpPr>
            <a:spLocks noGrp="1"/>
          </p:cNvSpPr>
          <p:nvPr>
            <p:ph idx="1"/>
          </p:nvPr>
        </p:nvSpPr>
        <p:spPr>
          <a:xfrm>
            <a:off x="456481" y="1604328"/>
            <a:ext cx="8226720" cy="3976258"/>
          </a:xfrm>
          <a:prstGeom prst="rect">
            <a:avLst/>
          </a:prstGeom>
        </p:spPr>
        <p:txBody>
          <a:bodyPr lIns="82945" tIns="41473" rIns="82945" bIns="41473"/>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it-IT"/>
          </a:p>
        </p:txBody>
      </p:sp>
      <p:sp>
        <p:nvSpPr>
          <p:cNvPr id="4" name="Date Placeholder 3"/>
          <p:cNvSpPr>
            <a:spLocks noGrp="1"/>
          </p:cNvSpPr>
          <p:nvPr>
            <p:ph type="dt" idx="10"/>
          </p:nvPr>
        </p:nvSpPr>
        <p:spPr>
          <a:xfrm>
            <a:off x="456481" y="6247376"/>
            <a:ext cx="2128320" cy="470930"/>
          </a:xfrm>
          <a:prstGeom prst="rect">
            <a:avLst/>
          </a:prstGeom>
        </p:spPr>
        <p:txBody>
          <a:bodyPr lIns="82945" tIns="41473" rIns="82945" bIns="41473"/>
          <a:lstStyle>
            <a:lvl1pPr>
              <a:defRPr/>
            </a:lvl1pPr>
          </a:lstStyle>
          <a:p>
            <a:endParaRPr lang="en-US" altLang="it-IT"/>
          </a:p>
        </p:txBody>
      </p:sp>
      <p:sp>
        <p:nvSpPr>
          <p:cNvPr id="5" name="Footer Placeholder 4"/>
          <p:cNvSpPr>
            <a:spLocks noGrp="1"/>
          </p:cNvSpPr>
          <p:nvPr>
            <p:ph type="ftr" idx="11"/>
          </p:nvPr>
        </p:nvSpPr>
        <p:spPr>
          <a:xfrm>
            <a:off x="3127680" y="6247376"/>
            <a:ext cx="2897280" cy="470930"/>
          </a:xfrm>
          <a:prstGeom prst="rect">
            <a:avLst/>
          </a:prstGeom>
        </p:spPr>
        <p:txBody>
          <a:bodyPr lIns="82945" tIns="41473" rIns="82945" bIns="41473"/>
          <a:lstStyle>
            <a:lvl1pPr>
              <a:defRPr/>
            </a:lvl1pPr>
          </a:lstStyle>
          <a:p>
            <a:endParaRPr lang="en-US" altLang="it-IT"/>
          </a:p>
        </p:txBody>
      </p:sp>
      <p:sp>
        <p:nvSpPr>
          <p:cNvPr id="6" name="Slide Number Placeholder 5"/>
          <p:cNvSpPr>
            <a:spLocks noGrp="1"/>
          </p:cNvSpPr>
          <p:nvPr>
            <p:ph type="sldNum" idx="12"/>
          </p:nvPr>
        </p:nvSpPr>
        <p:spPr>
          <a:xfrm>
            <a:off x="6556321" y="6247376"/>
            <a:ext cx="2128320" cy="470930"/>
          </a:xfrm>
          <a:prstGeom prst="rect">
            <a:avLst/>
          </a:prstGeom>
        </p:spPr>
        <p:txBody>
          <a:bodyPr lIns="82945" tIns="41473" rIns="82945" bIns="41473"/>
          <a:lstStyle>
            <a:lvl1pPr>
              <a:defRPr/>
            </a:lvl1pPr>
          </a:lstStyle>
          <a:p>
            <a:fld id="{E1844D8F-A47E-4BDD-8D90-1A4ACB5CD981}" type="slidenum">
              <a:rPr lang="en-US" altLang="it-IT"/>
              <a:pPr/>
              <a:t>‹#›</a:t>
            </a:fld>
            <a:endParaRPr lang="en-US" altLang="it-IT"/>
          </a:p>
        </p:txBody>
      </p:sp>
    </p:spTree>
    <p:extLst>
      <p:ext uri="{BB962C8B-B14F-4D97-AF65-F5344CB8AC3E}">
        <p14:creationId xmlns:p14="http://schemas.microsoft.com/office/powerpoint/2010/main" val="23547550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ags" Target="../tags/tag2.xml"/><Relationship Id="rId5" Type="http://schemas.openxmlformats.org/officeDocument/2006/relationships/slideLayout" Target="../slideLayouts/slideLayout5.xml"/><Relationship Id="rId10" Type="http://schemas.openxmlformats.org/officeDocument/2006/relationships/tags" Target="../tags/tag1.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extBox 1"/>
          <p:cNvSpPr txBox="1">
            <a:spLocks/>
          </p:cNvSpPr>
          <p:nvPr>
            <p:custDataLst>
              <p:tags r:id="rId10"/>
            </p:custDataLst>
          </p:nvPr>
        </p:nvSpPr>
        <p:spPr>
          <a:xfrm>
            <a:off x="828675" y="6502400"/>
            <a:ext cx="4535488" cy="139700"/>
          </a:xfrm>
          <a:prstGeom prst="rect">
            <a:avLst/>
          </a:prstGeom>
          <a:noFill/>
          <a:ln w="0">
            <a:noFill/>
          </a:ln>
          <a:effectLst/>
          <a:extLst>
            <a:ext uri="{91240B29-F687-4F45-9708-019B960494DF}">
              <a14:hiddenLine xmlns:a14="http://schemas.microsoft.com/office/drawing/2010/main" w="0">
                <a:solidFill>
                  <a:schemeClr val="tx1"/>
                </a:solidFill>
              </a14:hiddenLine>
            </a:ex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lIns="0" tIns="0" rIns="0" bIns="0"/>
          <a:lstStyle/>
          <a:p>
            <a:pPr fontAlgn="auto">
              <a:spcBef>
                <a:spcPts val="0"/>
              </a:spcBef>
              <a:spcAft>
                <a:spcPts val="0"/>
              </a:spcAft>
              <a:defRPr/>
            </a:pPr>
            <a:r>
              <a:rPr lang="en-US" sz="900" dirty="0">
                <a:solidFill>
                  <a:srgbClr val="000000"/>
                </a:solidFill>
                <a:latin typeface="Calibri"/>
                <a:cs typeface="+mn-cs"/>
              </a:rPr>
              <a:t>November 01, 2013      _Sector      Confidential</a:t>
            </a:r>
          </a:p>
        </p:txBody>
      </p:sp>
      <p:sp>
        <p:nvSpPr>
          <p:cNvPr id="3" name="TextBox 6"/>
          <p:cNvSpPr txBox="1">
            <a:spLocks/>
          </p:cNvSpPr>
          <p:nvPr>
            <p:custDataLst>
              <p:tags r:id="rId11"/>
            </p:custDataLst>
          </p:nvPr>
        </p:nvSpPr>
        <p:spPr>
          <a:xfrm>
            <a:off x="234950" y="6464300"/>
            <a:ext cx="508000" cy="184150"/>
          </a:xfrm>
          <a:prstGeom prst="rect">
            <a:avLst/>
          </a:prstGeom>
          <a:noFill/>
          <a:ln w="0">
            <a:noFill/>
          </a:ln>
          <a:effectLst/>
          <a:extLst>
            <a:ext uri="{91240B29-F687-4F45-9708-019B960494DF}">
              <a14:hiddenLine xmlns:a14="http://schemas.microsoft.com/office/drawing/2010/main" w="0">
                <a:solidFill>
                  <a:schemeClr val="tx1"/>
                </a:solidFill>
              </a14:hiddenLine>
            </a:ex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lIns="0" tIns="0" rIns="0" bIns="0"/>
          <a:lstStyle/>
          <a:p>
            <a:pPr fontAlgn="auto">
              <a:spcBef>
                <a:spcPts val="0"/>
              </a:spcBef>
              <a:spcAft>
                <a:spcPts val="0"/>
              </a:spcAft>
              <a:defRPr/>
            </a:pPr>
            <a:fld id="{7B32DDD5-3E93-4470-B41D-A15CB9C9A3DB}" type="slidenum">
              <a:rPr lang="de-DE" sz="1200">
                <a:latin typeface="+mn-lt"/>
                <a:cs typeface="+mn-cs"/>
              </a:rPr>
              <a:pPr fontAlgn="auto">
                <a:spcBef>
                  <a:spcPts val="0"/>
                </a:spcBef>
                <a:spcAft>
                  <a:spcPts val="0"/>
                </a:spcAft>
                <a:defRPr/>
              </a:pPr>
              <a:t>‹#›</a:t>
            </a:fld>
            <a:endParaRPr lang="en-US" sz="1200" dirty="0">
              <a:latin typeface="Calibri"/>
              <a:cs typeface="+mn-cs"/>
            </a:endParaRPr>
          </a:p>
        </p:txBody>
      </p:sp>
    </p:spTree>
  </p:cSld>
  <p:clrMap bg1="lt1" tx1="dk1" bg2="lt2" tx2="dk2" accent1="accent1" accent2="accent2" accent3="accent3" accent4="accent4" accent5="accent5" accent6="accent6" hlink="hlink" folHlink="folHlink"/>
  <p:sldLayoutIdLst>
    <p:sldLayoutId id="2147483815" r:id="rId1"/>
    <p:sldLayoutId id="2147483816" r:id="rId2"/>
    <p:sldLayoutId id="2147483817" r:id="rId3"/>
    <p:sldLayoutId id="2147483818" r:id="rId4"/>
    <p:sldLayoutId id="2147483819" r:id="rId5"/>
    <p:sldLayoutId id="2147483820" r:id="rId6"/>
    <p:sldLayoutId id="2147483821" r:id="rId7"/>
    <p:sldLayoutId id="2147483822" r:id="rId8"/>
  </p:sldLayoutIdLst>
  <p:timing>
    <p:tnLst>
      <p:par>
        <p:cTn id="1" dur="indefinite" restart="never" nodeType="tmRoot"/>
      </p:par>
    </p:tnLst>
  </p:timing>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8.xml"/><Relationship Id="rId5" Type="http://schemas.openxmlformats.org/officeDocument/2006/relationships/image" Target="../media/image6.gif"/><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8.xml"/><Relationship Id="rId6" Type="http://schemas.openxmlformats.org/officeDocument/2006/relationships/image" Target="../media/image7.png"/><Relationship Id="rId5" Type="http://schemas.openxmlformats.org/officeDocument/2006/relationships/image" Target="../media/image10.jpe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6.xml"/><Relationship Id="rId1" Type="http://schemas.openxmlformats.org/officeDocument/2006/relationships/slideLayout" Target="../slideLayouts/slideLayout8.xml"/><Relationship Id="rId4" Type="http://schemas.openxmlformats.org/officeDocument/2006/relationships/image" Target="../media/image12.jpeg"/></Relationships>
</file>

<file path=ppt/slides/_rels/slide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image" Target="../media/image14.wmf"/><Relationship Id="rId5" Type="http://schemas.openxmlformats.org/officeDocument/2006/relationships/image" Target="../media/image13.wmf"/><Relationship Id="rId4" Type="http://schemas.openxmlformats.org/officeDocument/2006/relationships/image" Target="../media/image12.jpe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8.xml"/><Relationship Id="rId6" Type="http://schemas.openxmlformats.org/officeDocument/2006/relationships/image" Target="../media/image18.png"/><Relationship Id="rId5" Type="http://schemas.openxmlformats.org/officeDocument/2006/relationships/image" Target="../media/image17.jpe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8.xml"/><Relationship Id="rId1" Type="http://schemas.openxmlformats.org/officeDocument/2006/relationships/vmlDrawing" Target="../drawings/vmlDrawing1.vml"/><Relationship Id="rId5" Type="http://schemas.openxmlformats.org/officeDocument/2006/relationships/image" Target="../media/image19.emf"/><Relationship Id="rId4" Type="http://schemas.openxmlformats.org/officeDocument/2006/relationships/package" Target="../embeddings/Microsoft_Excel_Worksheet1.xlsx"/></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4.png"/><Relationship Id="rId1" Type="http://schemas.openxmlformats.org/officeDocument/2006/relationships/slideLayout" Target="../slideLayouts/slideLayout2.xml"/><Relationship Id="rId5" Type="http://schemas.openxmlformats.org/officeDocument/2006/relationships/image" Target="../media/image25.jpeg"/><Relationship Id="rId4" Type="http://schemas.openxmlformats.org/officeDocument/2006/relationships/image" Target="../media/image12.png"/></Relationships>
</file>

<file path=ppt/slides/_rels/slide19.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8" Type="http://schemas.openxmlformats.org/officeDocument/2006/relationships/image" Target="../media/image110.png"/><Relationship Id="rId13" Type="http://schemas.openxmlformats.org/officeDocument/2006/relationships/image" Target="../media/image160.png"/><Relationship Id="rId7" Type="http://schemas.openxmlformats.org/officeDocument/2006/relationships/image" Target="../media/image100.png"/><Relationship Id="rId12" Type="http://schemas.openxmlformats.org/officeDocument/2006/relationships/image" Target="../media/image150.png"/><Relationship Id="rId1" Type="http://schemas.openxmlformats.org/officeDocument/2006/relationships/slideLayout" Target="../slideLayouts/slideLayout2.xml"/><Relationship Id="rId6" Type="http://schemas.openxmlformats.org/officeDocument/2006/relationships/image" Target="../media/image90.png"/><Relationship Id="rId11" Type="http://schemas.openxmlformats.org/officeDocument/2006/relationships/image" Target="../media/image140.png"/><Relationship Id="rId5" Type="http://schemas.openxmlformats.org/officeDocument/2006/relationships/image" Target="../media/image80.png"/><Relationship Id="rId10" Type="http://schemas.openxmlformats.org/officeDocument/2006/relationships/image" Target="../media/image13.png"/><Relationship Id="rId9" Type="http://schemas.openxmlformats.org/officeDocument/2006/relationships/image" Target="../media/image120.png"/><Relationship Id="rId14" Type="http://schemas.openxmlformats.org/officeDocument/2006/relationships/image" Target="../media/image26.jpeg"/></Relationships>
</file>

<file path=ppt/slides/_rels/slide21.xml.rels><?xml version="1.0" encoding="UTF-8" standalone="yes"?>
<Relationships xmlns="http://schemas.openxmlformats.org/package/2006/relationships"><Relationship Id="rId8" Type="http://schemas.openxmlformats.org/officeDocument/2006/relationships/image" Target="../media/image110.png"/><Relationship Id="rId13" Type="http://schemas.openxmlformats.org/officeDocument/2006/relationships/image" Target="../media/image160.png"/><Relationship Id="rId7" Type="http://schemas.openxmlformats.org/officeDocument/2006/relationships/image" Target="../media/image100.png"/><Relationship Id="rId12" Type="http://schemas.openxmlformats.org/officeDocument/2006/relationships/image" Target="../media/image150.png"/><Relationship Id="rId1" Type="http://schemas.openxmlformats.org/officeDocument/2006/relationships/slideLayout" Target="../slideLayouts/slideLayout2.xml"/><Relationship Id="rId6" Type="http://schemas.openxmlformats.org/officeDocument/2006/relationships/image" Target="../media/image90.png"/><Relationship Id="rId11" Type="http://schemas.openxmlformats.org/officeDocument/2006/relationships/image" Target="../media/image140.png"/><Relationship Id="rId5" Type="http://schemas.openxmlformats.org/officeDocument/2006/relationships/image" Target="../media/image80.png"/><Relationship Id="rId15" Type="http://schemas.openxmlformats.org/officeDocument/2006/relationships/image" Target="../media/image26.jpeg"/><Relationship Id="rId10" Type="http://schemas.openxmlformats.org/officeDocument/2006/relationships/image" Target="../media/image13.png"/><Relationship Id="rId9" Type="http://schemas.openxmlformats.org/officeDocument/2006/relationships/image" Target="../media/image120.png"/><Relationship Id="rId14" Type="http://schemas.openxmlformats.org/officeDocument/2006/relationships/image" Target="../media/image27.png"/></Relationships>
</file>

<file path=ppt/slides/_rels/slide22.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image" Target="../media/image13.wmf"/><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2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extplatzhalter 1"/>
          <p:cNvSpPr>
            <a:spLocks noGrp="1"/>
          </p:cNvSpPr>
          <p:nvPr>
            <p:ph type="body" sz="quarter" idx="10"/>
          </p:nvPr>
        </p:nvSpPr>
        <p:spPr bwMode="auto">
          <a:xfrm>
            <a:off x="828675" y="1143000"/>
            <a:ext cx="7488238" cy="1619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anchor="t" anchorCtr="0" compatLnSpc="1">
            <a:prstTxWarp prst="textNoShape">
              <a:avLst/>
            </a:prstTxWarp>
          </a:bodyPr>
          <a:lstStyle/>
          <a:p>
            <a:pPr>
              <a:spcBef>
                <a:spcPct val="0"/>
              </a:spcBef>
              <a:buClr>
                <a:srgbClr val="000000"/>
              </a:buClr>
              <a:buSzPct val="100000"/>
              <a:defRPr/>
            </a:pPr>
            <a:r>
              <a:rPr lang="en-US" b="1" dirty="0" smtClean="0">
                <a:solidFill>
                  <a:srgbClr val="FFFFFF"/>
                </a:solidFill>
                <a:effectLst>
                  <a:outerShdw blurRad="38100" dist="38100" dir="2700000" algn="tl">
                    <a:srgbClr val="000000"/>
                  </a:outerShdw>
                </a:effectLst>
              </a:rPr>
              <a:t>Progress meeting</a:t>
            </a:r>
            <a:endParaRPr lang="en-US" sz="3200" b="1" dirty="0">
              <a:solidFill>
                <a:srgbClr val="FFFFFF"/>
              </a:solidFill>
              <a:effectLst>
                <a:outerShdw blurRad="38100" dist="38100" dir="2700000" algn="tl">
                  <a:srgbClr val="000000"/>
                </a:outerShdw>
              </a:effectLst>
            </a:endParaRPr>
          </a:p>
        </p:txBody>
      </p:sp>
      <p:sp>
        <p:nvSpPr>
          <p:cNvPr id="9219" name="Textplatzhalter 2"/>
          <p:cNvSpPr>
            <a:spLocks noGrp="1"/>
          </p:cNvSpPr>
          <p:nvPr>
            <p:ph type="body" sz="quarter" idx="11"/>
          </p:nvPr>
        </p:nvSpPr>
        <p:spPr bwMode="auto">
          <a:xfrm>
            <a:off x="828675" y="4608513"/>
            <a:ext cx="4319588" cy="2508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anchor="t" anchorCtr="0" compatLnSpc="1">
            <a:prstTxWarp prst="textNoShape">
              <a:avLst/>
            </a:prstTxWarp>
          </a:bodyPr>
          <a:lstStyle/>
          <a:p>
            <a:pPr eaLnBrk="1" hangingPunct="1">
              <a:spcBef>
                <a:spcPct val="0"/>
              </a:spcBef>
            </a:pPr>
            <a:r>
              <a:rPr lang="en-US" altLang="en-US" dirty="0" smtClean="0"/>
              <a:t>Gabriele Spina</a:t>
            </a:r>
          </a:p>
        </p:txBody>
      </p:sp>
      <p:sp>
        <p:nvSpPr>
          <p:cNvPr id="9220" name="Textplatzhalter 3"/>
          <p:cNvSpPr>
            <a:spLocks noGrp="1"/>
          </p:cNvSpPr>
          <p:nvPr>
            <p:ph type="body" sz="quarter" idx="12"/>
          </p:nvPr>
        </p:nvSpPr>
        <p:spPr bwMode="auto">
          <a:xfrm>
            <a:off x="828675" y="4878388"/>
            <a:ext cx="4319588" cy="2508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anchor="t" anchorCtr="0" compatLnSpc="1">
            <a:prstTxWarp prst="textNoShape">
              <a:avLst/>
            </a:prstTxWarp>
          </a:bodyPr>
          <a:lstStyle/>
          <a:p>
            <a:pPr eaLnBrk="1" hangingPunct="1">
              <a:spcBef>
                <a:spcPct val="0"/>
              </a:spcBef>
            </a:pPr>
            <a:r>
              <a:rPr lang="en-US" altLang="en-US" dirty="0" smtClean="0"/>
              <a:t>Ph.D. student, TU/e – Philips</a:t>
            </a:r>
          </a:p>
          <a:p>
            <a:pPr eaLnBrk="1" hangingPunct="1">
              <a:spcBef>
                <a:spcPct val="0"/>
              </a:spcBef>
            </a:pPr>
            <a:r>
              <a:rPr lang="en-US" altLang="en-US" dirty="0" smtClean="0"/>
              <a:t>Bert den Brinker, Philips</a:t>
            </a:r>
          </a:p>
        </p:txBody>
      </p:sp>
      <p:sp>
        <p:nvSpPr>
          <p:cNvPr id="9221" name="Textplatzhalter 4"/>
          <p:cNvSpPr>
            <a:spLocks noGrp="1"/>
          </p:cNvSpPr>
          <p:nvPr>
            <p:ph type="body" sz="quarter" idx="13"/>
          </p:nvPr>
        </p:nvSpPr>
        <p:spPr bwMode="auto">
          <a:xfrm>
            <a:off x="838200" y="5562600"/>
            <a:ext cx="4319588" cy="252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anchor="t" anchorCtr="0" compatLnSpc="1">
            <a:prstTxWarp prst="textNoShape">
              <a:avLst/>
            </a:prstTxWarp>
          </a:bodyPr>
          <a:lstStyle/>
          <a:p>
            <a:pPr fontAlgn="base">
              <a:spcBef>
                <a:spcPct val="0"/>
              </a:spcBef>
              <a:spcAft>
                <a:spcPct val="0"/>
              </a:spcAft>
            </a:pPr>
            <a:r>
              <a:rPr lang="en-US" altLang="en-US" dirty="0" smtClean="0"/>
              <a:t>03 February 2015</a:t>
            </a:r>
          </a:p>
        </p:txBody>
      </p:sp>
      <p:pic>
        <p:nvPicPr>
          <p:cNvPr id="9222"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867400" y="6210300"/>
            <a:ext cx="990600" cy="49530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7" name="Textplatzhalter 3_"/>
          <p:cNvSpPr txBox="1">
            <a:spLocks/>
          </p:cNvSpPr>
          <p:nvPr/>
        </p:nvSpPr>
        <p:spPr bwMode="auto">
          <a:xfrm>
            <a:off x="5867400" y="4778375"/>
            <a:ext cx="4319588" cy="2508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0" indent="0" algn="l" rtl="0" eaLnBrk="0" fontAlgn="base" hangingPunct="0">
              <a:spcBef>
                <a:spcPts val="0"/>
              </a:spcBef>
              <a:spcAft>
                <a:spcPct val="0"/>
              </a:spcAft>
              <a:buFontTx/>
              <a:buNone/>
              <a:defRPr sz="1600" b="0" kern="1200">
                <a:solidFill>
                  <a:schemeClr val="bg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eaLnBrk="1" hangingPunct="1">
              <a:spcBef>
                <a:spcPct val="0"/>
              </a:spcBef>
            </a:pPr>
            <a:r>
              <a:rPr lang="en-US" altLang="en-US" dirty="0" smtClean="0"/>
              <a:t>g.spina@tue.nl</a:t>
            </a:r>
          </a:p>
          <a:p>
            <a:pPr eaLnBrk="1" hangingPunct="1">
              <a:spcBef>
                <a:spcPct val="0"/>
              </a:spcBef>
            </a:pPr>
            <a:r>
              <a:rPr lang="en-US" altLang="en-US" dirty="0" smtClean="0"/>
              <a:t>gabriele.spina@philips.com</a:t>
            </a:r>
          </a:p>
        </p:txBody>
      </p:sp>
    </p:spTree>
    <p:extLst>
      <p:ext uri="{BB962C8B-B14F-4D97-AF65-F5344CB8AC3E}">
        <p14:creationId xmlns:p14="http://schemas.microsoft.com/office/powerpoint/2010/main" val="311631523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ext Placeholder 1"/>
          <p:cNvSpPr>
            <a:spLocks noGrp="1"/>
          </p:cNvSpPr>
          <p:nvPr>
            <p:ph type="body" sz="quarter" idx="10"/>
          </p:nvPr>
        </p:nvSpPr>
        <p:spPr bwMode="auto">
          <a:xfrm>
            <a:off x="828675" y="828675"/>
            <a:ext cx="7486650" cy="5127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anchor="t" anchorCtr="0" compatLnSpc="1">
            <a:prstTxWarp prst="textNoShape">
              <a:avLst/>
            </a:prstTxWarp>
          </a:bodyPr>
          <a:lstStyle/>
          <a:p>
            <a:pPr>
              <a:spcBef>
                <a:spcPct val="0"/>
              </a:spcBef>
            </a:pPr>
            <a:r>
              <a:rPr lang="en-US" altLang="it-IT" dirty="0" smtClean="0"/>
              <a:t>Ph.D. in Electrical Engineering overview </a:t>
            </a:r>
          </a:p>
        </p:txBody>
      </p:sp>
      <p:sp>
        <p:nvSpPr>
          <p:cNvPr id="10243" name="Text Placeholder 2"/>
          <p:cNvSpPr>
            <a:spLocks noGrp="1"/>
          </p:cNvSpPr>
          <p:nvPr>
            <p:ph type="body" sz="quarter" idx="12"/>
          </p:nvPr>
        </p:nvSpPr>
        <p:spPr bwMode="auto">
          <a:xfrm>
            <a:off x="828675" y="1368425"/>
            <a:ext cx="7486650" cy="3746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anchor="t" anchorCtr="0" compatLnSpc="1">
            <a:prstTxWarp prst="textNoShape">
              <a:avLst/>
            </a:prstTxWarp>
          </a:bodyPr>
          <a:lstStyle/>
          <a:p>
            <a:pPr>
              <a:spcBef>
                <a:spcPct val="0"/>
              </a:spcBef>
            </a:pPr>
            <a:r>
              <a:rPr lang="en-US" altLang="it-IT" b="1" i="1" dirty="0" smtClean="0"/>
              <a:t>Patient monitoring strategies in Chronic Obstructive Pulmonary Disease (COPD) patients</a:t>
            </a:r>
            <a:endParaRPr lang="en-US" altLang="it-IT" dirty="0" smtClean="0"/>
          </a:p>
        </p:txBody>
      </p:sp>
      <p:sp>
        <p:nvSpPr>
          <p:cNvPr id="4" name="Text Placeholder 3"/>
          <p:cNvSpPr>
            <a:spLocks noGrp="1"/>
          </p:cNvSpPr>
          <p:nvPr>
            <p:ph type="body" sz="quarter" idx="13"/>
          </p:nvPr>
        </p:nvSpPr>
        <p:spPr>
          <a:xfrm>
            <a:off x="828675" y="2657475"/>
            <a:ext cx="7488238" cy="1076325"/>
          </a:xfrm>
        </p:spPr>
        <p:txBody>
          <a:bodyPr/>
          <a:lstStyle/>
          <a:p>
            <a:pPr marL="0" indent="0" algn="ctr">
              <a:buFont typeface="Arial" charset="0"/>
              <a:buNone/>
              <a:defRPr/>
            </a:pPr>
            <a:r>
              <a:rPr lang="en-US" dirty="0" smtClean="0"/>
              <a:t>Unobtrusive </a:t>
            </a:r>
            <a:r>
              <a:rPr lang="en-US" dirty="0" smtClean="0">
                <a:solidFill>
                  <a:schemeClr val="accent5"/>
                </a:solidFill>
              </a:rPr>
              <a:t>technologies</a:t>
            </a:r>
            <a:r>
              <a:rPr lang="en-US" dirty="0" smtClean="0"/>
              <a:t>, signal </a:t>
            </a:r>
            <a:r>
              <a:rPr lang="en-US" dirty="0"/>
              <a:t>processing and machine learning </a:t>
            </a:r>
            <a:r>
              <a:rPr lang="en-US" dirty="0" smtClean="0">
                <a:solidFill>
                  <a:schemeClr val="accent5"/>
                </a:solidFill>
              </a:rPr>
              <a:t>algorithms</a:t>
            </a:r>
            <a:r>
              <a:rPr lang="en-US" dirty="0" smtClean="0"/>
              <a:t> for modular </a:t>
            </a:r>
            <a:r>
              <a:rPr lang="en-US" dirty="0" smtClean="0">
                <a:solidFill>
                  <a:schemeClr val="accent5"/>
                </a:solidFill>
              </a:rPr>
              <a:t>patient training </a:t>
            </a:r>
            <a:r>
              <a:rPr lang="en-US" dirty="0" smtClean="0"/>
              <a:t>and </a:t>
            </a:r>
            <a:r>
              <a:rPr lang="en-US" dirty="0" smtClean="0">
                <a:solidFill>
                  <a:schemeClr val="accent5"/>
                </a:solidFill>
              </a:rPr>
              <a:t>monitoring</a:t>
            </a:r>
            <a:r>
              <a:rPr lang="en-US" dirty="0" smtClean="0"/>
              <a:t> systems</a:t>
            </a:r>
          </a:p>
        </p:txBody>
      </p:sp>
    </p:spTree>
    <p:extLst>
      <p:ext uri="{BB962C8B-B14F-4D97-AF65-F5344CB8AC3E}">
        <p14:creationId xmlns:p14="http://schemas.microsoft.com/office/powerpoint/2010/main" val="349638872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1"/>
          <p:cNvSpPr>
            <a:spLocks noGrp="1" noChangeArrowheads="1"/>
          </p:cNvSpPr>
          <p:nvPr>
            <p:ph type="title" idx="4294967295"/>
          </p:nvPr>
        </p:nvSpPr>
        <p:spPr>
          <a:xfrm>
            <a:off x="456481" y="273629"/>
            <a:ext cx="8228160" cy="1144921"/>
          </a:xfrm>
          <a:prstGeom prst="rect">
            <a:avLst/>
          </a:prstGeom>
          <a:ln/>
        </p:spPr>
        <p:txBody>
          <a:bodyPr lIns="82945" tIns="35203" rIns="82945" bIns="41473"/>
          <a:lstStyle/>
          <a:p>
            <a:pPr>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US" altLang="it-IT" sz="4000" dirty="0" smtClean="0"/>
              <a:t>Introduction</a:t>
            </a:r>
            <a:endParaRPr lang="en-US" altLang="it-IT" sz="4000" dirty="0"/>
          </a:p>
        </p:txBody>
      </p:sp>
      <p:sp>
        <p:nvSpPr>
          <p:cNvPr id="36" name="Text Placeholder 2"/>
          <p:cNvSpPr txBox="1">
            <a:spLocks/>
          </p:cNvSpPr>
          <p:nvPr/>
        </p:nvSpPr>
        <p:spPr bwMode="auto">
          <a:xfrm>
            <a:off x="828675" y="1606550"/>
            <a:ext cx="7486650" cy="3746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2945" tIns="41473" rIns="82945" bIns="41473" numCol="1" anchor="t" anchorCtr="0" compatLnSpc="1">
            <a:prstTxWarp prst="textNoShape">
              <a:avLst/>
            </a:prstTxWarp>
          </a:bodyPr>
          <a:lstStyle>
            <a:defPPr>
              <a:defRPr lang="de-DE"/>
            </a:defPPr>
            <a:lvl1pPr algn="l" rtl="0" fontAlgn="base">
              <a:spcBef>
                <a:spcPct val="0"/>
              </a:spcBef>
              <a:spcAft>
                <a:spcPct val="0"/>
              </a:spcAft>
              <a:defRPr kern="1200">
                <a:solidFill>
                  <a:schemeClr val="tx1"/>
                </a:solidFill>
                <a:latin typeface="Calibri" pitchFamily="34" charset="0"/>
                <a:ea typeface="+mn-ea"/>
                <a:cs typeface="Arial" charset="0"/>
              </a:defRPr>
            </a:lvl1pPr>
            <a:lvl2pPr marL="457200" algn="l" rtl="0" fontAlgn="base">
              <a:spcBef>
                <a:spcPct val="0"/>
              </a:spcBef>
              <a:spcAft>
                <a:spcPct val="0"/>
              </a:spcAft>
              <a:defRPr kern="1200">
                <a:solidFill>
                  <a:schemeClr val="tx1"/>
                </a:solidFill>
                <a:latin typeface="Calibri" pitchFamily="34" charset="0"/>
                <a:ea typeface="+mn-ea"/>
                <a:cs typeface="Arial" charset="0"/>
              </a:defRPr>
            </a:lvl2pPr>
            <a:lvl3pPr marL="914400" algn="l" rtl="0" fontAlgn="base">
              <a:spcBef>
                <a:spcPct val="0"/>
              </a:spcBef>
              <a:spcAft>
                <a:spcPct val="0"/>
              </a:spcAft>
              <a:defRPr kern="1200">
                <a:solidFill>
                  <a:schemeClr val="tx1"/>
                </a:solidFill>
                <a:latin typeface="Calibri" pitchFamily="34" charset="0"/>
                <a:ea typeface="+mn-ea"/>
                <a:cs typeface="Arial" charset="0"/>
              </a:defRPr>
            </a:lvl3pPr>
            <a:lvl4pPr marL="1371600" algn="l" rtl="0" fontAlgn="base">
              <a:spcBef>
                <a:spcPct val="0"/>
              </a:spcBef>
              <a:spcAft>
                <a:spcPct val="0"/>
              </a:spcAft>
              <a:defRPr kern="1200">
                <a:solidFill>
                  <a:schemeClr val="tx1"/>
                </a:solidFill>
                <a:latin typeface="Calibri" pitchFamily="34" charset="0"/>
                <a:ea typeface="+mn-ea"/>
                <a:cs typeface="Arial" charset="0"/>
              </a:defRPr>
            </a:lvl4pPr>
            <a:lvl5pPr marL="1828800" algn="l" rtl="0" fontAlgn="base">
              <a:spcBef>
                <a:spcPct val="0"/>
              </a:spcBef>
              <a:spcAft>
                <a:spcPct val="0"/>
              </a:spcAft>
              <a:defRPr kern="1200">
                <a:solidFill>
                  <a:schemeClr val="tx1"/>
                </a:solidFill>
                <a:latin typeface="Calibri" pitchFamily="34" charset="0"/>
                <a:ea typeface="+mn-ea"/>
                <a:cs typeface="Arial" charset="0"/>
              </a:defRPr>
            </a:lvl5pPr>
            <a:lvl6pPr marL="2286000" algn="l" defTabSz="914400" rtl="0" eaLnBrk="1" latinLnBrk="0" hangingPunct="1">
              <a:defRPr kern="1200">
                <a:solidFill>
                  <a:schemeClr val="tx1"/>
                </a:solidFill>
                <a:latin typeface="Calibri" pitchFamily="34" charset="0"/>
                <a:ea typeface="+mn-ea"/>
                <a:cs typeface="Arial" charset="0"/>
              </a:defRPr>
            </a:lvl6pPr>
            <a:lvl7pPr marL="2743200" algn="l" defTabSz="914400" rtl="0" eaLnBrk="1" latinLnBrk="0" hangingPunct="1">
              <a:defRPr kern="1200">
                <a:solidFill>
                  <a:schemeClr val="tx1"/>
                </a:solidFill>
                <a:latin typeface="Calibri" pitchFamily="34" charset="0"/>
                <a:ea typeface="+mn-ea"/>
                <a:cs typeface="Arial" charset="0"/>
              </a:defRPr>
            </a:lvl7pPr>
            <a:lvl8pPr marL="3200400" algn="l" defTabSz="914400" rtl="0" eaLnBrk="1" latinLnBrk="0" hangingPunct="1">
              <a:defRPr kern="1200">
                <a:solidFill>
                  <a:schemeClr val="tx1"/>
                </a:solidFill>
                <a:latin typeface="Calibri" pitchFamily="34" charset="0"/>
                <a:ea typeface="+mn-ea"/>
                <a:cs typeface="Arial" charset="0"/>
              </a:defRPr>
            </a:lvl8pPr>
            <a:lvl9pPr marL="3657600" algn="l" defTabSz="914400" rtl="0" eaLnBrk="1" latinLnBrk="0" hangingPunct="1">
              <a:defRPr kern="1200">
                <a:solidFill>
                  <a:schemeClr val="tx1"/>
                </a:solidFill>
                <a:latin typeface="Calibri" pitchFamily="34" charset="0"/>
                <a:ea typeface="+mn-ea"/>
                <a:cs typeface="Arial" charset="0"/>
              </a:defRPr>
            </a:lvl9pPr>
          </a:lstStyle>
          <a:p>
            <a:pPr algn="ctr"/>
            <a:r>
              <a:rPr lang="en-US" altLang="it-IT" smtClean="0"/>
              <a:t>Paradigm shift towards the home environment</a:t>
            </a:r>
          </a:p>
        </p:txBody>
      </p:sp>
      <p:sp>
        <p:nvSpPr>
          <p:cNvPr id="37" name="Text Placeholder 2_"/>
          <p:cNvSpPr txBox="1">
            <a:spLocks/>
          </p:cNvSpPr>
          <p:nvPr/>
        </p:nvSpPr>
        <p:spPr bwMode="auto">
          <a:xfrm>
            <a:off x="457200" y="3892550"/>
            <a:ext cx="8077200" cy="1365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lgn="ctr"/>
            <a:r>
              <a:rPr lang="en-US" altLang="it-IT" sz="2200" dirty="0"/>
              <a:t>Essential to develop new technologies and service concepts that permit monitoring and management of patients at home (remotely)</a:t>
            </a:r>
          </a:p>
        </p:txBody>
      </p:sp>
      <p:pic>
        <p:nvPicPr>
          <p:cNvPr id="38" name="Picture 7" descr="http://elderlawblogtn.com/wp-content/uploads/2013/08/HOSPITAL.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5000" y="2039938"/>
            <a:ext cx="1531938" cy="1627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 name="Picture 9" descr="https://www.moneysmart.gov.au/media/399935/buying-a-home.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29213" y="2039938"/>
            <a:ext cx="2362200" cy="162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 name="Right Arrow 39"/>
          <p:cNvSpPr/>
          <p:nvPr/>
        </p:nvSpPr>
        <p:spPr>
          <a:xfrm>
            <a:off x="3962400" y="2154238"/>
            <a:ext cx="1074738" cy="59055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pic>
        <p:nvPicPr>
          <p:cNvPr id="41" name="Picture 11" descr="http://www.netanimations.net/old_man_walking_with__a_hc.gif"/>
          <p:cNvPicPr>
            <a:picLocks noChangeAspect="1" noChangeArrowheads="1" noCrop="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117975" y="2803525"/>
            <a:ext cx="606425" cy="925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17417006"/>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1"/>
          <p:cNvSpPr>
            <a:spLocks noGrp="1" noChangeArrowheads="1"/>
          </p:cNvSpPr>
          <p:nvPr>
            <p:ph type="title" idx="4294967295"/>
          </p:nvPr>
        </p:nvSpPr>
        <p:spPr>
          <a:xfrm>
            <a:off x="456481" y="273629"/>
            <a:ext cx="8228160" cy="1144921"/>
          </a:xfrm>
          <a:prstGeom prst="rect">
            <a:avLst/>
          </a:prstGeom>
          <a:ln/>
        </p:spPr>
        <p:txBody>
          <a:bodyPr lIns="82945" tIns="35203" rIns="82945" bIns="41473"/>
          <a:lstStyle/>
          <a:p>
            <a:pPr>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US" sz="4000" dirty="0"/>
              <a:t>Smartphone monitoring and training approaches</a:t>
            </a:r>
            <a:endParaRPr lang="en-US" altLang="it-IT" sz="4000" dirty="0"/>
          </a:p>
        </p:txBody>
      </p:sp>
      <p:sp>
        <p:nvSpPr>
          <p:cNvPr id="13" name="Text Placeholder 2_"/>
          <p:cNvSpPr txBox="1">
            <a:spLocks/>
          </p:cNvSpPr>
          <p:nvPr/>
        </p:nvSpPr>
        <p:spPr bwMode="auto">
          <a:xfrm>
            <a:off x="304800" y="3292474"/>
            <a:ext cx="8534400" cy="1365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lgn="just"/>
            <a:r>
              <a:rPr lang="en-US" sz="1200" dirty="0" smtClean="0"/>
              <a:t>- Spina et al. </a:t>
            </a:r>
            <a:r>
              <a:rPr lang="en-US" sz="1200" b="1" dirty="0"/>
              <a:t>CRNTC+: A smartphone-based sensor processing framework for prototyping personal healthcare </a:t>
            </a:r>
            <a:r>
              <a:rPr lang="en-US" sz="1200" b="1" dirty="0" smtClean="0"/>
              <a:t>applications.</a:t>
            </a:r>
            <a:r>
              <a:rPr lang="en-US" sz="1200" dirty="0" smtClean="0"/>
              <a:t> </a:t>
            </a:r>
            <a:r>
              <a:rPr lang="it-IT" sz="1200" dirty="0" smtClean="0"/>
              <a:t>Iinternational </a:t>
            </a:r>
            <a:r>
              <a:rPr lang="it-IT" sz="1200" dirty="0"/>
              <a:t>joint conference on </a:t>
            </a:r>
            <a:r>
              <a:rPr lang="en-US" sz="1200" dirty="0"/>
              <a:t>Pervasive Computing Technologies for Healthcare</a:t>
            </a:r>
            <a:r>
              <a:rPr lang="it-IT" sz="1200" dirty="0" smtClean="0"/>
              <a:t>, 2013.</a:t>
            </a:r>
            <a:endParaRPr lang="en-US" altLang="it-IT" sz="1200" dirty="0"/>
          </a:p>
        </p:txBody>
      </p:sp>
      <p:pic>
        <p:nvPicPr>
          <p:cNvPr id="18"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212048" y="1752600"/>
            <a:ext cx="2731552" cy="1374228"/>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2363785209"/>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1"/>
          <p:cNvSpPr>
            <a:spLocks noGrp="1" noChangeArrowheads="1"/>
          </p:cNvSpPr>
          <p:nvPr>
            <p:ph type="title" idx="4294967295"/>
          </p:nvPr>
        </p:nvSpPr>
        <p:spPr>
          <a:xfrm>
            <a:off x="456481" y="273629"/>
            <a:ext cx="8228160" cy="1144921"/>
          </a:xfrm>
          <a:prstGeom prst="rect">
            <a:avLst/>
          </a:prstGeom>
          <a:ln/>
        </p:spPr>
        <p:txBody>
          <a:bodyPr lIns="82945" tIns="35203" rIns="82945" bIns="41473"/>
          <a:lstStyle/>
          <a:p>
            <a:pPr>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US" sz="4000" dirty="0"/>
              <a:t>Smartphone monitoring and training approaches</a:t>
            </a:r>
            <a:endParaRPr lang="en-US" altLang="it-IT" sz="4000" dirty="0"/>
          </a:p>
        </p:txBody>
      </p:sp>
      <p:sp>
        <p:nvSpPr>
          <p:cNvPr id="37" name="Text Placeholder 2_"/>
          <p:cNvSpPr txBox="1">
            <a:spLocks/>
          </p:cNvSpPr>
          <p:nvPr/>
        </p:nvSpPr>
        <p:spPr bwMode="auto">
          <a:xfrm>
            <a:off x="304800" y="5645150"/>
            <a:ext cx="8534400" cy="1365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lgn="just"/>
            <a:r>
              <a:rPr lang="en-US" sz="1200" dirty="0" smtClean="0"/>
              <a:t>- Spina et al. </a:t>
            </a:r>
            <a:r>
              <a:rPr lang="en-US" sz="1200" b="1" dirty="0" err="1" smtClean="0"/>
              <a:t>COPDTrainer</a:t>
            </a:r>
            <a:r>
              <a:rPr lang="it-IT" sz="1200" b="1" dirty="0" smtClean="0"/>
              <a:t>: </a:t>
            </a:r>
            <a:r>
              <a:rPr lang="en-US" sz="1200" b="1" dirty="0" err="1"/>
              <a:t>COPDTrainer</a:t>
            </a:r>
            <a:r>
              <a:rPr lang="en-US" sz="1200" b="1" dirty="0"/>
              <a:t>: a smartphone-based </a:t>
            </a:r>
            <a:r>
              <a:rPr lang="en-US" sz="1200" b="1" dirty="0" smtClean="0"/>
              <a:t>motion rehabilitation </a:t>
            </a:r>
            <a:r>
              <a:rPr lang="en-US" sz="1200" b="1" dirty="0"/>
              <a:t>training system with real-time acoustic </a:t>
            </a:r>
            <a:r>
              <a:rPr lang="en-US" sz="1200" b="1" dirty="0" smtClean="0"/>
              <a:t>feedback.</a:t>
            </a:r>
            <a:r>
              <a:rPr lang="en-US" sz="1200" dirty="0" smtClean="0"/>
              <a:t> </a:t>
            </a:r>
            <a:r>
              <a:rPr lang="it-IT" sz="1200" dirty="0" smtClean="0"/>
              <a:t>ACM </a:t>
            </a:r>
            <a:r>
              <a:rPr lang="it-IT" sz="1200" dirty="0"/>
              <a:t>international joint conference on Pervasive and ubiquitous </a:t>
            </a:r>
            <a:r>
              <a:rPr lang="it-IT" sz="1200" dirty="0" smtClean="0"/>
              <a:t>computing, 2013</a:t>
            </a:r>
          </a:p>
          <a:p>
            <a:r>
              <a:rPr lang="en-US" sz="1200" dirty="0" smtClean="0"/>
              <a:t>- Spina </a:t>
            </a:r>
            <a:r>
              <a:rPr lang="en-US" sz="1200" dirty="0"/>
              <a:t>et al. </a:t>
            </a:r>
            <a:r>
              <a:rPr lang="en-US" sz="1200" b="1" dirty="0"/>
              <a:t>Toward smartphone assisted personal rehabilitation </a:t>
            </a:r>
            <a:r>
              <a:rPr lang="en-US" sz="1200" b="1" dirty="0" smtClean="0"/>
              <a:t>training.</a:t>
            </a:r>
            <a:r>
              <a:rPr lang="en-US" sz="1200" dirty="0" smtClean="0"/>
              <a:t> </a:t>
            </a:r>
            <a:r>
              <a:rPr lang="en-US" sz="1200" dirty="0"/>
              <a:t>XRDS: Crossroads, The ACM Magazine for Students</a:t>
            </a:r>
            <a:r>
              <a:rPr lang="it-IT" sz="1200" dirty="0" smtClean="0"/>
              <a:t>, </a:t>
            </a:r>
            <a:r>
              <a:rPr lang="it-IT" sz="1200" dirty="0"/>
              <a:t>2013</a:t>
            </a:r>
            <a:endParaRPr lang="en-US" altLang="it-IT" sz="1200" dirty="0"/>
          </a:p>
          <a:p>
            <a:pPr algn="just"/>
            <a:endParaRPr lang="en-US" altLang="it-IT" sz="1200" dirty="0"/>
          </a:p>
        </p:txBody>
      </p:sp>
      <p:grpSp>
        <p:nvGrpSpPr>
          <p:cNvPr id="2" name="Group 1"/>
          <p:cNvGrpSpPr/>
          <p:nvPr/>
        </p:nvGrpSpPr>
        <p:grpSpPr>
          <a:xfrm>
            <a:off x="2590801" y="4181476"/>
            <a:ext cx="3886199" cy="1304924"/>
            <a:chOff x="2514600" y="3505200"/>
            <a:chExt cx="4362905" cy="1457324"/>
          </a:xfrm>
        </p:grpSpPr>
        <p:pic>
          <p:nvPicPr>
            <p:cNvPr id="266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86630" y="3509967"/>
              <a:ext cx="915761" cy="145255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662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77230" y="3509967"/>
              <a:ext cx="2200275" cy="14382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 name="Picture 5"/>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514600" y="3505200"/>
              <a:ext cx="1100137" cy="1438276"/>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grpSp>
      <p:sp>
        <p:nvSpPr>
          <p:cNvPr id="13" name="Text Placeholder 2__"/>
          <p:cNvSpPr txBox="1">
            <a:spLocks/>
          </p:cNvSpPr>
          <p:nvPr/>
        </p:nvSpPr>
        <p:spPr bwMode="auto">
          <a:xfrm>
            <a:off x="304800" y="3292474"/>
            <a:ext cx="8534400" cy="1365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lgn="just"/>
            <a:r>
              <a:rPr lang="en-US" sz="1200" dirty="0" smtClean="0"/>
              <a:t>- Spina et al. </a:t>
            </a:r>
            <a:r>
              <a:rPr lang="en-US" sz="1200" b="1" dirty="0"/>
              <a:t>CRNTC+: A smartphone-based sensor processing framework for prototyping personal healthcare </a:t>
            </a:r>
            <a:r>
              <a:rPr lang="en-US" sz="1200" b="1" dirty="0" smtClean="0"/>
              <a:t>applications.</a:t>
            </a:r>
            <a:r>
              <a:rPr lang="en-US" sz="1200" dirty="0" smtClean="0"/>
              <a:t> </a:t>
            </a:r>
            <a:r>
              <a:rPr lang="it-IT" sz="1200" dirty="0" smtClean="0"/>
              <a:t>Iinternational </a:t>
            </a:r>
            <a:r>
              <a:rPr lang="it-IT" sz="1200" dirty="0"/>
              <a:t>joint conference on </a:t>
            </a:r>
            <a:r>
              <a:rPr lang="en-US" sz="1200" dirty="0"/>
              <a:t>Pervasive Computing Technologies for Healthcare</a:t>
            </a:r>
            <a:r>
              <a:rPr lang="it-IT" sz="1200" dirty="0" smtClean="0"/>
              <a:t>, 2013.</a:t>
            </a:r>
            <a:endParaRPr lang="en-US" altLang="it-IT" sz="1200" dirty="0"/>
          </a:p>
        </p:txBody>
      </p:sp>
      <p:pic>
        <p:nvPicPr>
          <p:cNvPr id="18" name="Picture 2"/>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212048" y="1752600"/>
            <a:ext cx="2731552" cy="1374228"/>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2161216369"/>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1"/>
          <p:cNvSpPr>
            <a:spLocks noGrp="1" noChangeArrowheads="1"/>
          </p:cNvSpPr>
          <p:nvPr>
            <p:ph type="title" idx="4294967295"/>
          </p:nvPr>
        </p:nvSpPr>
        <p:spPr>
          <a:xfrm>
            <a:off x="456481" y="273629"/>
            <a:ext cx="8228160" cy="1144921"/>
          </a:xfrm>
          <a:prstGeom prst="rect">
            <a:avLst/>
          </a:prstGeom>
          <a:ln/>
        </p:spPr>
        <p:txBody>
          <a:bodyPr lIns="82945" tIns="35203" rIns="82945" bIns="41473"/>
          <a:lstStyle/>
          <a:p>
            <a:pPr>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US" sz="4000" dirty="0" smtClean="0"/>
              <a:t>New insights in COPD</a:t>
            </a:r>
            <a:endParaRPr lang="en-US" altLang="it-IT" sz="4000" dirty="0"/>
          </a:p>
        </p:txBody>
      </p:sp>
      <p:sp>
        <p:nvSpPr>
          <p:cNvPr id="13" name="Text Placeholder 2_"/>
          <p:cNvSpPr txBox="1">
            <a:spLocks/>
          </p:cNvSpPr>
          <p:nvPr/>
        </p:nvSpPr>
        <p:spPr bwMode="auto">
          <a:xfrm>
            <a:off x="304800" y="3359150"/>
            <a:ext cx="8534400" cy="1365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lgn="just"/>
            <a:r>
              <a:rPr lang="en-US" sz="1200" dirty="0" smtClean="0"/>
              <a:t>- Mesquita</a:t>
            </a:r>
            <a:r>
              <a:rPr lang="en-US" sz="1200" dirty="0"/>
              <a:t>, Spina et al. </a:t>
            </a:r>
            <a:r>
              <a:rPr lang="en-US" sz="1200" b="1" dirty="0"/>
              <a:t>Cluster analysis of objectively measured physical activity in 1001 COPD patients.</a:t>
            </a:r>
            <a:r>
              <a:rPr lang="en-US" sz="1200" dirty="0"/>
              <a:t> Late-breaking abstract ERS 2014</a:t>
            </a:r>
            <a:endParaRPr lang="it-IT" sz="1200" dirty="0"/>
          </a:p>
          <a:p>
            <a:pPr algn="just"/>
            <a:r>
              <a:rPr lang="en-US" sz="1200" dirty="0" smtClean="0"/>
              <a:t>- Mesquita, Spina et al. </a:t>
            </a:r>
            <a:r>
              <a:rPr lang="en-US" sz="1200" b="1" dirty="0"/>
              <a:t>Physical activity patterns and clusters in 1001 patients with chronic obstructive pulmonary disease.</a:t>
            </a:r>
            <a:r>
              <a:rPr lang="en-US" sz="1200" dirty="0" smtClean="0"/>
              <a:t> </a:t>
            </a:r>
            <a:r>
              <a:rPr lang="it-IT" sz="1200" dirty="0" smtClean="0"/>
              <a:t>Submitted to ERJ.</a:t>
            </a:r>
          </a:p>
          <a:p>
            <a:pPr algn="just"/>
            <a:endParaRPr lang="it-IT" sz="1200" dirty="0" smtClean="0"/>
          </a:p>
          <a:p>
            <a:pPr algn="just"/>
            <a:endParaRPr lang="en-US" altLang="it-IT" sz="1200" dirty="0"/>
          </a:p>
        </p:txBody>
      </p:sp>
      <p:pic>
        <p:nvPicPr>
          <p:cNvPr id="27651" name="Picture 3" descr="D:\Condiviso\TUe\COPDBodyMedia\COPDBodyMedia_paper\Draft\Thorax\Figures\Figure5.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604657" y="1039131"/>
            <a:ext cx="2979737" cy="2235200"/>
          </a:xfrm>
          <a:prstGeom prst="rect">
            <a:avLst/>
          </a:prstGeom>
          <a:noFill/>
          <a:extLst>
            <a:ext uri="{909E8E84-426E-40DD-AFC4-6F175D3DCCD1}">
              <a14:hiddenFill xmlns:a14="http://schemas.microsoft.com/office/drawing/2010/main">
                <a:solidFill>
                  <a:srgbClr val="FFFFFF"/>
                </a:solidFill>
              </a14:hiddenFill>
            </a:ext>
          </a:extLst>
        </p:spPr>
      </p:pic>
      <p:pic>
        <p:nvPicPr>
          <p:cNvPr id="27653" name="Picture 5" descr="D:\Condiviso\TUe\COPDBodyMedia\COPDBodyMedia_paper\Draft\Thorax\Figures\Figure6_resized.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496951" y="1085951"/>
            <a:ext cx="2953522" cy="22151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12398034"/>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1"/>
          <p:cNvSpPr>
            <a:spLocks noGrp="1" noChangeArrowheads="1"/>
          </p:cNvSpPr>
          <p:nvPr>
            <p:ph type="title" idx="4294967295"/>
          </p:nvPr>
        </p:nvSpPr>
        <p:spPr>
          <a:xfrm>
            <a:off x="456481" y="273629"/>
            <a:ext cx="8228160" cy="1144921"/>
          </a:xfrm>
          <a:prstGeom prst="rect">
            <a:avLst/>
          </a:prstGeom>
          <a:ln/>
        </p:spPr>
        <p:txBody>
          <a:bodyPr lIns="82945" tIns="35203" rIns="82945" bIns="41473"/>
          <a:lstStyle/>
          <a:p>
            <a:pPr>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US" sz="4000" dirty="0" smtClean="0"/>
              <a:t>New insights in COPD</a:t>
            </a:r>
            <a:endParaRPr lang="en-US" altLang="it-IT" sz="4000" dirty="0"/>
          </a:p>
        </p:txBody>
      </p:sp>
      <p:sp>
        <p:nvSpPr>
          <p:cNvPr id="37" name="Text Placeholder 2_"/>
          <p:cNvSpPr txBox="1">
            <a:spLocks/>
          </p:cNvSpPr>
          <p:nvPr/>
        </p:nvSpPr>
        <p:spPr bwMode="auto">
          <a:xfrm>
            <a:off x="304800" y="5868285"/>
            <a:ext cx="8534400" cy="16519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marL="171450" indent="-171450" algn="just">
              <a:buFontTx/>
              <a:buChar char="-"/>
            </a:pPr>
            <a:r>
              <a:rPr lang="en-US" sz="1200" dirty="0" smtClean="0"/>
              <a:t>Spina et al. </a:t>
            </a:r>
            <a:r>
              <a:rPr lang="en-US" sz="1200" b="1" dirty="0"/>
              <a:t>Identifying Physical Activity Profiles in </a:t>
            </a:r>
            <a:r>
              <a:rPr lang="en-US" sz="1200" b="1" dirty="0" smtClean="0"/>
              <a:t>COPD Patients </a:t>
            </a:r>
            <a:r>
              <a:rPr lang="en-US" sz="1200" b="1" dirty="0"/>
              <a:t>Using Topic Models</a:t>
            </a:r>
            <a:r>
              <a:rPr lang="en-US" sz="1200" b="1" dirty="0" smtClean="0"/>
              <a:t>. </a:t>
            </a:r>
            <a:r>
              <a:rPr lang="en-US" sz="1200" dirty="0" smtClean="0">
                <a:solidFill>
                  <a:schemeClr val="accent5"/>
                </a:solidFill>
              </a:rPr>
              <a:t>Submitted</a:t>
            </a:r>
            <a:r>
              <a:rPr lang="en-US" sz="1200" dirty="0" smtClean="0"/>
              <a:t> to </a:t>
            </a:r>
            <a:r>
              <a:rPr lang="en-US" sz="1200" dirty="0"/>
              <a:t>IEEE JOURNAL OF BIOMEDICAL AND HEALTH INFORMATICS</a:t>
            </a:r>
            <a:r>
              <a:rPr lang="it-IT" sz="1200" dirty="0" smtClean="0"/>
              <a:t>, 2015</a:t>
            </a:r>
          </a:p>
          <a:p>
            <a:pPr marL="171450" indent="-171450" algn="just">
              <a:buFontTx/>
              <a:buChar char="-"/>
            </a:pPr>
            <a:r>
              <a:rPr lang="en-US" sz="1200" dirty="0"/>
              <a:t>Spina et al. </a:t>
            </a:r>
            <a:r>
              <a:rPr lang="en-US" sz="1200" b="1" dirty="0" smtClean="0"/>
              <a:t>Plan clinical analysis after notifications.</a:t>
            </a:r>
            <a:endParaRPr lang="en-US" altLang="it-IT" sz="1200" dirty="0"/>
          </a:p>
          <a:p>
            <a:pPr marL="171450" indent="-171450" algn="just">
              <a:buFontTx/>
              <a:buChar char="-"/>
            </a:pPr>
            <a:endParaRPr lang="en-US" altLang="it-IT" sz="1200" dirty="0"/>
          </a:p>
        </p:txBody>
      </p:sp>
      <p:sp>
        <p:nvSpPr>
          <p:cNvPr id="13" name="Text Placeholder 2__"/>
          <p:cNvSpPr txBox="1">
            <a:spLocks/>
          </p:cNvSpPr>
          <p:nvPr/>
        </p:nvSpPr>
        <p:spPr bwMode="auto">
          <a:xfrm>
            <a:off x="304800" y="3359150"/>
            <a:ext cx="8534400" cy="1365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lvl="0" algn="just" eaLnBrk="1" hangingPunct="1"/>
            <a:r>
              <a:rPr lang="en-US" sz="1200" dirty="0">
                <a:solidFill>
                  <a:srgbClr val="000000"/>
                </a:solidFill>
              </a:rPr>
              <a:t>- Mesquita, Spina et al. </a:t>
            </a:r>
            <a:r>
              <a:rPr lang="en-US" sz="1200" b="1" dirty="0">
                <a:solidFill>
                  <a:srgbClr val="000000"/>
                </a:solidFill>
              </a:rPr>
              <a:t>Cluster analysis of objectively measured physical activity in 1001 COPD patients.</a:t>
            </a:r>
            <a:r>
              <a:rPr lang="en-US" sz="1200" dirty="0">
                <a:solidFill>
                  <a:srgbClr val="000000"/>
                </a:solidFill>
              </a:rPr>
              <a:t> Late-breaking abstract ERS 2014</a:t>
            </a:r>
            <a:endParaRPr lang="it-IT" sz="1200" dirty="0">
              <a:solidFill>
                <a:srgbClr val="000000"/>
              </a:solidFill>
            </a:endParaRPr>
          </a:p>
          <a:p>
            <a:pPr lvl="0" algn="just" eaLnBrk="1" hangingPunct="1"/>
            <a:r>
              <a:rPr lang="en-US" sz="1200" dirty="0">
                <a:solidFill>
                  <a:srgbClr val="000000"/>
                </a:solidFill>
              </a:rPr>
              <a:t>- Mesquita, Spina et al. </a:t>
            </a:r>
            <a:r>
              <a:rPr lang="en-US" sz="1200" b="1" dirty="0">
                <a:solidFill>
                  <a:srgbClr val="000000"/>
                </a:solidFill>
              </a:rPr>
              <a:t>Physical activity patterns and clusters in 1001 patients with chronic obstructive pulmonary disease.</a:t>
            </a:r>
            <a:r>
              <a:rPr lang="en-US" sz="1200" dirty="0">
                <a:solidFill>
                  <a:srgbClr val="000000"/>
                </a:solidFill>
              </a:rPr>
              <a:t> </a:t>
            </a:r>
            <a:r>
              <a:rPr lang="it-IT" sz="1200" dirty="0">
                <a:solidFill>
                  <a:schemeClr val="accent5"/>
                </a:solidFill>
              </a:rPr>
              <a:t>Submitted</a:t>
            </a:r>
            <a:r>
              <a:rPr lang="it-IT" sz="1200" dirty="0">
                <a:solidFill>
                  <a:srgbClr val="000000"/>
                </a:solidFill>
              </a:rPr>
              <a:t> to ERJ.</a:t>
            </a:r>
          </a:p>
        </p:txBody>
      </p:sp>
      <p:pic>
        <p:nvPicPr>
          <p:cNvPr id="27651" name="Picture 3" descr="D:\Condiviso\TUe\COPDBodyMedia\COPDBodyMedia_paper\Draft\Thorax\Figures\Figure5.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604657" y="1039131"/>
            <a:ext cx="2979737" cy="2235200"/>
          </a:xfrm>
          <a:prstGeom prst="rect">
            <a:avLst/>
          </a:prstGeom>
          <a:noFill/>
          <a:extLst>
            <a:ext uri="{909E8E84-426E-40DD-AFC4-6F175D3DCCD1}">
              <a14:hiddenFill xmlns:a14="http://schemas.microsoft.com/office/drawing/2010/main">
                <a:solidFill>
                  <a:srgbClr val="FFFFFF"/>
                </a:solidFill>
              </a14:hiddenFill>
            </a:ext>
          </a:extLst>
        </p:spPr>
      </p:pic>
      <p:pic>
        <p:nvPicPr>
          <p:cNvPr id="27653" name="Picture 5" descr="D:\Condiviso\TUe\COPDBodyMedia\COPDBodyMedia_paper\Draft\Thorax\Figures\Figure6_resized.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496951" y="1085951"/>
            <a:ext cx="2953522" cy="221514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descr="C:\Users\310153563\Documents\GitHub\COPDBodyMedia_2nd_analysis\COPDBodyMedia2_paper\IEEEtran_windows_philips\figure\eps\figure_4_1_copd_weekday_gly.eps"/>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6935" y="3886200"/>
            <a:ext cx="6549979" cy="1007144"/>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C:\Users\310153563\Documents\GitHub\COPDBodyMedia_2nd_analysis\COPDBodyMedia2_paper\IEEEtran_windows_philips\figure\eps\figure_4_1_healthy_weekday_gly.eps"/>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36935" y="4901292"/>
            <a:ext cx="6549979" cy="10071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8069072"/>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1"/>
          <p:cNvSpPr>
            <a:spLocks noGrp="1" noChangeArrowheads="1"/>
          </p:cNvSpPr>
          <p:nvPr>
            <p:ph type="title" idx="4294967295"/>
          </p:nvPr>
        </p:nvSpPr>
        <p:spPr>
          <a:xfrm>
            <a:off x="456481" y="273629"/>
            <a:ext cx="8228160" cy="1144921"/>
          </a:xfrm>
          <a:prstGeom prst="rect">
            <a:avLst/>
          </a:prstGeom>
          <a:ln/>
        </p:spPr>
        <p:txBody>
          <a:bodyPr lIns="82945" tIns="35203" rIns="82945" bIns="41473"/>
          <a:lstStyle/>
          <a:p>
            <a:pPr>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US" sz="4000" dirty="0" smtClean="0"/>
              <a:t>New monitoring solutions</a:t>
            </a:r>
            <a:endParaRPr lang="en-US" altLang="it-IT" sz="4000" dirty="0"/>
          </a:p>
        </p:txBody>
      </p:sp>
      <p:sp>
        <p:nvSpPr>
          <p:cNvPr id="13" name="Text Placeholder 2_"/>
          <p:cNvSpPr txBox="1">
            <a:spLocks/>
          </p:cNvSpPr>
          <p:nvPr/>
        </p:nvSpPr>
        <p:spPr bwMode="auto">
          <a:xfrm>
            <a:off x="304800" y="3359150"/>
            <a:ext cx="8534400" cy="1365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lgn="just"/>
            <a:r>
              <a:rPr lang="en-US" sz="1200" dirty="0" smtClean="0">
                <a:latin typeface="+mj-lt"/>
              </a:rPr>
              <a:t>- Spina et al. </a:t>
            </a:r>
            <a:r>
              <a:rPr lang="en-US" sz="1200" b="1" dirty="0" err="1" smtClean="0">
                <a:latin typeface="+mj-lt"/>
              </a:rPr>
              <a:t>Smartscope</a:t>
            </a:r>
            <a:r>
              <a:rPr lang="en-US" sz="1200" b="1" dirty="0" smtClean="0">
                <a:latin typeface="+mj-lt"/>
              </a:rPr>
              <a:t>.</a:t>
            </a:r>
            <a:r>
              <a:rPr lang="en-US" sz="1200" dirty="0" smtClean="0">
                <a:latin typeface="+mj-lt"/>
              </a:rPr>
              <a:t> </a:t>
            </a:r>
            <a:r>
              <a:rPr lang="it-IT" sz="1200" dirty="0" smtClean="0">
                <a:latin typeface="+mj-lt"/>
              </a:rPr>
              <a:t>Planned submission to EMBC 2014.</a:t>
            </a:r>
          </a:p>
          <a:p>
            <a:pPr algn="just"/>
            <a:r>
              <a:rPr lang="en-US" sz="1200" dirty="0" smtClean="0">
                <a:latin typeface="+mj-lt"/>
              </a:rPr>
              <a:t>- Spina et al. </a:t>
            </a:r>
            <a:r>
              <a:rPr lang="en-US" sz="1200" b="1" dirty="0" err="1" smtClean="0">
                <a:latin typeface="+mj-lt"/>
              </a:rPr>
              <a:t>Smartscope</a:t>
            </a:r>
            <a:r>
              <a:rPr lang="en-US" sz="1200" b="1" dirty="0" smtClean="0">
                <a:latin typeface="+mj-lt"/>
              </a:rPr>
              <a:t> extended.</a:t>
            </a:r>
            <a:r>
              <a:rPr lang="en-US" sz="1200" dirty="0" smtClean="0">
                <a:latin typeface="+mj-lt"/>
              </a:rPr>
              <a:t> </a:t>
            </a:r>
            <a:r>
              <a:rPr lang="it-IT" sz="1200" dirty="0" smtClean="0">
                <a:latin typeface="+mj-lt"/>
              </a:rPr>
              <a:t>Planned submission to </a:t>
            </a:r>
            <a:r>
              <a:rPr lang="it-IT" sz="1200" dirty="0">
                <a:solidFill>
                  <a:srgbClr val="000000"/>
                </a:solidFill>
                <a:latin typeface="+mj-lt"/>
              </a:rPr>
              <a:t>Special issue on </a:t>
            </a:r>
            <a:r>
              <a:rPr lang="it-IT" sz="1200" dirty="0">
                <a:latin typeface="+mj-lt"/>
              </a:rPr>
              <a:t>Smartphone-Based Sensors for Non-Invasive Physiological </a:t>
            </a:r>
            <a:r>
              <a:rPr lang="it-IT" sz="1200" dirty="0" smtClean="0">
                <a:latin typeface="+mj-lt"/>
              </a:rPr>
              <a:t>Monitoring.</a:t>
            </a:r>
            <a:endParaRPr lang="it-IT" sz="1200" dirty="0">
              <a:latin typeface="+mj-lt"/>
            </a:endParaRPr>
          </a:p>
          <a:p>
            <a:pPr algn="just"/>
            <a:endParaRPr lang="en-US" altLang="it-IT" sz="1200" dirty="0">
              <a:latin typeface="+mj-lt"/>
            </a:endParaRPr>
          </a:p>
        </p:txBody>
      </p:sp>
      <p:grpSp>
        <p:nvGrpSpPr>
          <p:cNvPr id="8" name="Group 2"/>
          <p:cNvGrpSpPr>
            <a:grpSpLocks/>
          </p:cNvGrpSpPr>
          <p:nvPr/>
        </p:nvGrpSpPr>
        <p:grpSpPr bwMode="auto">
          <a:xfrm>
            <a:off x="1066800" y="1865848"/>
            <a:ext cx="1752600" cy="813907"/>
            <a:chOff x="71438" y="2160588"/>
            <a:chExt cx="2519362" cy="1343818"/>
          </a:xfrm>
        </p:grpSpPr>
        <p:pic>
          <p:nvPicPr>
            <p:cNvPr id="9"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1438" y="2160588"/>
              <a:ext cx="2519362" cy="1058862"/>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0" name="Rectangle 9"/>
            <p:cNvSpPr/>
            <p:nvPr/>
          </p:nvSpPr>
          <p:spPr>
            <a:xfrm>
              <a:off x="152400" y="3124769"/>
              <a:ext cx="1371600" cy="37963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pic>
        <p:nvPicPr>
          <p:cNvPr id="11"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95600" y="1394690"/>
            <a:ext cx="1065211" cy="1583634"/>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12" name="Picture 2"/>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038600" y="1557461"/>
            <a:ext cx="1676400" cy="1258092"/>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14" name="Picture 15"/>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943600" y="1231625"/>
            <a:ext cx="1341716" cy="1909763"/>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470242821"/>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6" name="Object 35"/>
          <p:cNvGraphicFramePr>
            <a:graphicFrameLocks noChangeAspect="1"/>
          </p:cNvGraphicFramePr>
          <p:nvPr>
            <p:extLst>
              <p:ext uri="{D42A27DB-BD31-4B8C-83A1-F6EECF244321}">
                <p14:modId xmlns:p14="http://schemas.microsoft.com/office/powerpoint/2010/main" val="1742039130"/>
              </p:ext>
            </p:extLst>
          </p:nvPr>
        </p:nvGraphicFramePr>
        <p:xfrm>
          <a:off x="581025" y="1223963"/>
          <a:ext cx="7981950" cy="4410075"/>
        </p:xfrm>
        <a:graphic>
          <a:graphicData uri="http://schemas.openxmlformats.org/presentationml/2006/ole">
            <mc:AlternateContent xmlns:mc="http://schemas.openxmlformats.org/markup-compatibility/2006">
              <mc:Choice xmlns:v="urn:schemas-microsoft-com:vml" Requires="v">
                <p:oleObj spid="_x0000_s29761" name="Worksheet" r:id="rId4" imgW="7981841" imgH="4410011" progId="Excel.Sheet.12">
                  <p:embed/>
                </p:oleObj>
              </mc:Choice>
              <mc:Fallback>
                <p:oleObj name="Worksheet" r:id="rId4" imgW="7981841" imgH="4410011" progId="Excel.Sheet.12">
                  <p:embed/>
                  <p:pic>
                    <p:nvPicPr>
                      <p:cNvPr id="0" name=""/>
                      <p:cNvPicPr/>
                      <p:nvPr/>
                    </p:nvPicPr>
                    <p:blipFill>
                      <a:blip r:embed="rId5"/>
                      <a:stretch>
                        <a:fillRect/>
                      </a:stretch>
                    </p:blipFill>
                    <p:spPr>
                      <a:xfrm>
                        <a:off x="581025" y="1223963"/>
                        <a:ext cx="7981950" cy="4410075"/>
                      </a:xfrm>
                      <a:prstGeom prst="rect">
                        <a:avLst/>
                      </a:prstGeom>
                    </p:spPr>
                  </p:pic>
                </p:oleObj>
              </mc:Fallback>
            </mc:AlternateContent>
          </a:graphicData>
        </a:graphic>
      </p:graphicFrame>
      <p:sp>
        <p:nvSpPr>
          <p:cNvPr id="2" name="TextBox 1"/>
          <p:cNvSpPr txBox="1"/>
          <p:nvPr/>
        </p:nvSpPr>
        <p:spPr>
          <a:xfrm>
            <a:off x="4038600" y="5715000"/>
            <a:ext cx="4495800" cy="1015663"/>
          </a:xfrm>
          <a:prstGeom prst="rect">
            <a:avLst/>
          </a:prstGeom>
          <a:noFill/>
        </p:spPr>
        <p:txBody>
          <a:bodyPr wrap="square" rtlCol="0">
            <a:spAutoFit/>
          </a:bodyPr>
          <a:lstStyle/>
          <a:p>
            <a:r>
              <a:rPr lang="en-US" sz="1200" dirty="0" smtClean="0"/>
              <a:t>To add in the plan (if necessary-time): </a:t>
            </a:r>
          </a:p>
          <a:p>
            <a:pPr marL="285750" indent="-285750">
              <a:buFontTx/>
              <a:buChar char="-"/>
            </a:pPr>
            <a:r>
              <a:rPr lang="en-US" sz="1200" dirty="0" smtClean="0"/>
              <a:t>Clinical analysis Topic modelling results</a:t>
            </a:r>
          </a:p>
          <a:p>
            <a:pPr marL="285750" indent="-285750">
              <a:buFontTx/>
              <a:buChar char="-"/>
            </a:pPr>
            <a:r>
              <a:rPr lang="en-US" sz="1200" dirty="0" smtClean="0"/>
              <a:t>Activity intensity prediction based on sleeping (IP possible issue)</a:t>
            </a:r>
          </a:p>
          <a:p>
            <a:pPr marL="285750" indent="-285750">
              <a:buFontTx/>
              <a:buChar char="-"/>
            </a:pPr>
            <a:r>
              <a:rPr lang="en-US" sz="1200" dirty="0" smtClean="0"/>
              <a:t>Activity recognition based on ADL data (EMBC 2015</a:t>
            </a:r>
            <a:r>
              <a:rPr lang="en-US" sz="1200" dirty="0" smtClean="0"/>
              <a:t>)</a:t>
            </a:r>
          </a:p>
          <a:p>
            <a:pPr marL="285750" indent="-285750">
              <a:buFontTx/>
              <a:buChar char="-"/>
            </a:pPr>
            <a:r>
              <a:rPr lang="en-US" sz="1200" dirty="0" smtClean="0"/>
              <a:t>Review  </a:t>
            </a:r>
            <a:r>
              <a:rPr lang="en-US" sz="1200" smtClean="0"/>
              <a:t>(introduction)</a:t>
            </a:r>
            <a:endParaRPr lang="en-US" sz="1200" dirty="0"/>
          </a:p>
        </p:txBody>
      </p:sp>
    </p:spTree>
    <p:extLst>
      <p:ext uri="{BB962C8B-B14F-4D97-AF65-F5344CB8AC3E}">
        <p14:creationId xmlns:p14="http://schemas.microsoft.com/office/powerpoint/2010/main" val="3776148913"/>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6481" y="1604328"/>
            <a:ext cx="8226720" cy="4796472"/>
          </a:xfrm>
        </p:spPr>
        <p:txBody>
          <a:bodyPr/>
          <a:lstStyle/>
          <a:p>
            <a:r>
              <a:rPr lang="it-IT" sz="1600" dirty="0" smtClean="0"/>
              <a:t>Decide PhD committee</a:t>
            </a:r>
          </a:p>
          <a:p>
            <a:pPr lvl="1"/>
            <a:r>
              <a:rPr lang="it-IT" sz="1600" dirty="0" smtClean="0"/>
              <a:t>Promoter (1) Prof</a:t>
            </a:r>
            <a:r>
              <a:rPr lang="it-IT" sz="1600" dirty="0" smtClean="0"/>
              <a:t>. Ronald Aarts (TUe</a:t>
            </a:r>
            <a:r>
              <a:rPr lang="it-IT" sz="1600" dirty="0" smtClean="0"/>
              <a:t>)</a:t>
            </a:r>
          </a:p>
          <a:p>
            <a:pPr lvl="1"/>
            <a:r>
              <a:rPr lang="it-IT" sz="1600" dirty="0" smtClean="0"/>
              <a:t>Promoter (2) Prof</a:t>
            </a:r>
            <a:r>
              <a:rPr lang="it-IT" sz="1600" dirty="0"/>
              <a:t>. Wouters</a:t>
            </a:r>
            <a:endParaRPr lang="it-IT" sz="1600" dirty="0" smtClean="0"/>
          </a:p>
          <a:p>
            <a:pPr lvl="1"/>
            <a:r>
              <a:rPr lang="it-IT" sz="1600" dirty="0" smtClean="0"/>
              <a:t>Co-promoter (1)  </a:t>
            </a:r>
            <a:r>
              <a:rPr lang="it-IT" sz="1600" dirty="0" smtClean="0"/>
              <a:t>Bert </a:t>
            </a:r>
            <a:r>
              <a:rPr lang="it-IT" sz="1600" dirty="0" smtClean="0"/>
              <a:t>den Brinker</a:t>
            </a:r>
          </a:p>
          <a:p>
            <a:pPr lvl="1"/>
            <a:r>
              <a:rPr lang="it-IT" sz="1600" dirty="0"/>
              <a:t>Co-promoter </a:t>
            </a:r>
            <a:r>
              <a:rPr lang="it-IT" sz="1600" dirty="0" smtClean="0"/>
              <a:t> (2)  Martijn </a:t>
            </a:r>
            <a:r>
              <a:rPr lang="it-IT" sz="1600" dirty="0" smtClean="0"/>
              <a:t>Spruit</a:t>
            </a:r>
            <a:endParaRPr lang="it-IT" sz="1600" dirty="0" smtClean="0"/>
          </a:p>
          <a:p>
            <a:pPr lvl="1"/>
            <a:r>
              <a:rPr lang="it-IT" sz="1600" dirty="0" smtClean="0"/>
              <a:t>+ 1 decided by CIRO</a:t>
            </a:r>
            <a:endParaRPr lang="it-IT" sz="1600" dirty="0" smtClean="0"/>
          </a:p>
          <a:p>
            <a:pPr lvl="1"/>
            <a:r>
              <a:rPr lang="it-IT" sz="1600" dirty="0" smtClean="0"/>
              <a:t> </a:t>
            </a:r>
            <a:r>
              <a:rPr lang="it-IT" sz="1600" dirty="0" smtClean="0"/>
              <a:t>Pierluigi Casale (? Holst)</a:t>
            </a:r>
            <a:endParaRPr lang="it-IT" sz="1600" dirty="0" smtClean="0"/>
          </a:p>
          <a:p>
            <a:pPr lvl="1"/>
            <a:r>
              <a:rPr lang="it-IT" sz="1600" dirty="0"/>
              <a:t> </a:t>
            </a:r>
            <a:r>
              <a:rPr lang="it-IT" sz="1600" dirty="0" smtClean="0"/>
              <a:t>Pieter  Wijn (? TU/e) / Aki Harma (? Philips)</a:t>
            </a:r>
          </a:p>
          <a:p>
            <a:pPr lvl="1"/>
            <a:endParaRPr lang="it-IT" sz="1600" dirty="0" smtClean="0"/>
          </a:p>
          <a:p>
            <a:r>
              <a:rPr lang="it-IT" sz="1600" dirty="0" smtClean="0"/>
              <a:t>Travel budget conferences</a:t>
            </a:r>
          </a:p>
          <a:p>
            <a:pPr lvl="1"/>
            <a:endParaRPr lang="it-IT" sz="1600" dirty="0"/>
          </a:p>
        </p:txBody>
      </p:sp>
      <p:sp>
        <p:nvSpPr>
          <p:cNvPr id="4" name="Rectangle 1"/>
          <p:cNvSpPr>
            <a:spLocks noGrp="1" noChangeArrowheads="1"/>
          </p:cNvSpPr>
          <p:nvPr>
            <p:ph type="title" idx="4294967295"/>
          </p:nvPr>
        </p:nvSpPr>
        <p:spPr>
          <a:xfrm>
            <a:off x="456481" y="273629"/>
            <a:ext cx="8228160" cy="1144921"/>
          </a:xfrm>
          <a:prstGeom prst="rect">
            <a:avLst/>
          </a:prstGeom>
          <a:ln/>
        </p:spPr>
        <p:txBody>
          <a:bodyPr lIns="82945" tIns="35203" rIns="82945" bIns="41473"/>
          <a:lstStyle/>
          <a:p>
            <a:pPr>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US" sz="4000" dirty="0" smtClean="0"/>
              <a:t>Actions to take</a:t>
            </a:r>
            <a:endParaRPr lang="en-US" altLang="it-IT" sz="4000" dirty="0"/>
          </a:p>
        </p:txBody>
      </p:sp>
    </p:spTree>
    <p:extLst>
      <p:ext uri="{BB962C8B-B14F-4D97-AF65-F5344CB8AC3E}">
        <p14:creationId xmlns:p14="http://schemas.microsoft.com/office/powerpoint/2010/main" val="181244448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it-IT"/>
          </a:p>
        </p:txBody>
      </p:sp>
      <p:sp>
        <p:nvSpPr>
          <p:cNvPr id="3" name="Content Placeholder 2"/>
          <p:cNvSpPr>
            <a:spLocks noGrp="1"/>
          </p:cNvSpPr>
          <p:nvPr>
            <p:ph idx="1"/>
          </p:nvPr>
        </p:nvSpPr>
        <p:spPr/>
        <p:txBody>
          <a:bodyPr/>
          <a:lstStyle/>
          <a:p>
            <a:r>
              <a:rPr lang="it-IT" dirty="0" smtClean="0"/>
              <a:t>2 Conferences published</a:t>
            </a:r>
          </a:p>
          <a:p>
            <a:r>
              <a:rPr lang="it-IT" dirty="0" smtClean="0"/>
              <a:t>2 Jurnals (1-2) (submitted)</a:t>
            </a:r>
          </a:p>
          <a:p>
            <a:r>
              <a:rPr lang="it-IT" dirty="0" smtClean="0"/>
              <a:t>1 Conference in progress (3)</a:t>
            </a:r>
          </a:p>
          <a:p>
            <a:r>
              <a:rPr lang="it-IT" dirty="0" smtClean="0"/>
              <a:t>1 Journal related to Conference (3)</a:t>
            </a:r>
          </a:p>
          <a:p>
            <a:r>
              <a:rPr lang="it-IT" dirty="0" smtClean="0"/>
              <a:t>1 Journal related to Journal (2)</a:t>
            </a:r>
            <a:endParaRPr lang="it-IT" dirty="0"/>
          </a:p>
        </p:txBody>
      </p:sp>
    </p:spTree>
    <p:extLst>
      <p:ext uri="{BB962C8B-B14F-4D97-AF65-F5344CB8AC3E}">
        <p14:creationId xmlns:p14="http://schemas.microsoft.com/office/powerpoint/2010/main" val="25038155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dirty="0"/>
              <a:t>10 countries, 18 rehab centers, 1399 patients</a:t>
            </a:r>
          </a:p>
          <a:p>
            <a:endParaRPr lang="en-US" dirty="0"/>
          </a:p>
        </p:txBody>
      </p:sp>
      <p:sp>
        <p:nvSpPr>
          <p:cNvPr id="3" name="Text Placeholder 2"/>
          <p:cNvSpPr>
            <a:spLocks noGrp="1"/>
          </p:cNvSpPr>
          <p:nvPr>
            <p:ph type="body" sz="quarter" idx="12"/>
          </p:nvPr>
        </p:nvSpPr>
        <p:spPr/>
        <p:txBody>
          <a:bodyPr/>
          <a:lstStyle/>
          <a:p>
            <a:r>
              <a:rPr lang="en-US" dirty="0" smtClean="0"/>
              <a:t>977 patients – 66 healthy control subjects (age, gender, BMI)</a:t>
            </a:r>
          </a:p>
          <a:p>
            <a:r>
              <a:rPr lang="en-US" dirty="0" smtClean="0"/>
              <a:t>5846 days (3916 weekdays - 1930 weekend days)</a:t>
            </a:r>
            <a:endParaRPr lang="en-US" dirty="0"/>
          </a:p>
        </p:txBody>
      </p:sp>
      <p:pic>
        <p:nvPicPr>
          <p:cNvPr id="6" name="Picture 16" descr="http://upload.wikimedia.org/wikipedia/commons/thumb/c/cf/A_large_blank_world_map_with_oceans_marked_in_blue.PNG/1024px-A_large_blank_world_map_with_oceans_marked_in_blue.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4200" y="2159000"/>
            <a:ext cx="7461600" cy="3701654"/>
          </a:xfrm>
          <a:prstGeom prst="rect">
            <a:avLst/>
          </a:prstGeom>
          <a:noFill/>
          <a:extLst>
            <a:ext uri="{909E8E84-426E-40DD-AFC4-6F175D3DCCD1}">
              <a14:hiddenFill xmlns:a14="http://schemas.microsoft.com/office/drawing/2010/main">
                <a:solidFill>
                  <a:srgbClr val="FFFFFF"/>
                </a:solidFill>
              </a14:hiddenFill>
            </a:ext>
          </a:extLst>
        </p:spPr>
      </p:pic>
      <p:sp>
        <p:nvSpPr>
          <p:cNvPr id="7" name="Flowchart: Connector 6"/>
          <p:cNvSpPr/>
          <p:nvPr/>
        </p:nvSpPr>
        <p:spPr>
          <a:xfrm>
            <a:off x="7137400" y="5022850"/>
            <a:ext cx="76200" cy="76200"/>
          </a:xfrm>
          <a:prstGeom prst="flowChartConnector">
            <a:avLst/>
          </a:prstGeom>
          <a:solidFill>
            <a:schemeClr val="accent5"/>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it-IT"/>
          </a:p>
        </p:txBody>
      </p:sp>
      <p:sp>
        <p:nvSpPr>
          <p:cNvPr id="8" name="Flowchart: Connector 7"/>
          <p:cNvSpPr/>
          <p:nvPr/>
        </p:nvSpPr>
        <p:spPr>
          <a:xfrm>
            <a:off x="2743200" y="4648200"/>
            <a:ext cx="76200" cy="76200"/>
          </a:xfrm>
          <a:prstGeom prst="flowChartConnector">
            <a:avLst/>
          </a:prstGeom>
          <a:solidFill>
            <a:schemeClr val="accent5"/>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it-IT"/>
          </a:p>
        </p:txBody>
      </p:sp>
      <p:sp>
        <p:nvSpPr>
          <p:cNvPr id="9" name="Flowchart: Connector 8"/>
          <p:cNvSpPr/>
          <p:nvPr/>
        </p:nvSpPr>
        <p:spPr>
          <a:xfrm>
            <a:off x="2438400" y="2895600"/>
            <a:ext cx="76200" cy="76200"/>
          </a:xfrm>
          <a:prstGeom prst="flowChartConnector">
            <a:avLst/>
          </a:prstGeom>
          <a:solidFill>
            <a:schemeClr val="accent5"/>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it-IT"/>
          </a:p>
        </p:txBody>
      </p:sp>
      <p:sp>
        <p:nvSpPr>
          <p:cNvPr id="10" name="Flowchart: Connector 9"/>
          <p:cNvSpPr/>
          <p:nvPr/>
        </p:nvSpPr>
        <p:spPr>
          <a:xfrm>
            <a:off x="2286000" y="3009900"/>
            <a:ext cx="76200" cy="76200"/>
          </a:xfrm>
          <a:prstGeom prst="flowChartConnector">
            <a:avLst/>
          </a:prstGeom>
          <a:solidFill>
            <a:schemeClr val="accent5"/>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it-IT"/>
          </a:p>
        </p:txBody>
      </p:sp>
      <p:sp>
        <p:nvSpPr>
          <p:cNvPr id="11" name="Flowchart: Connector 10"/>
          <p:cNvSpPr/>
          <p:nvPr/>
        </p:nvSpPr>
        <p:spPr>
          <a:xfrm>
            <a:off x="4070350" y="2901950"/>
            <a:ext cx="76200" cy="76200"/>
          </a:xfrm>
          <a:prstGeom prst="flowChartConnector">
            <a:avLst/>
          </a:prstGeom>
          <a:solidFill>
            <a:schemeClr val="accent5"/>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it-IT" dirty="0"/>
          </a:p>
        </p:txBody>
      </p:sp>
      <p:sp>
        <p:nvSpPr>
          <p:cNvPr id="12" name="Flowchart: Connector 11"/>
          <p:cNvSpPr/>
          <p:nvPr/>
        </p:nvSpPr>
        <p:spPr>
          <a:xfrm>
            <a:off x="4076700" y="2832100"/>
            <a:ext cx="76200" cy="76200"/>
          </a:xfrm>
          <a:prstGeom prst="flowChartConnector">
            <a:avLst/>
          </a:prstGeom>
          <a:solidFill>
            <a:schemeClr val="accent5"/>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it-IT" dirty="0"/>
          </a:p>
        </p:txBody>
      </p:sp>
      <p:sp>
        <p:nvSpPr>
          <p:cNvPr id="13" name="Flowchart: Connector 12"/>
          <p:cNvSpPr/>
          <p:nvPr/>
        </p:nvSpPr>
        <p:spPr>
          <a:xfrm>
            <a:off x="3746500" y="2844800"/>
            <a:ext cx="76200" cy="76200"/>
          </a:xfrm>
          <a:prstGeom prst="flowChartConnector">
            <a:avLst/>
          </a:prstGeom>
          <a:solidFill>
            <a:schemeClr val="accent5"/>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it-IT" dirty="0"/>
          </a:p>
        </p:txBody>
      </p:sp>
      <p:sp>
        <p:nvSpPr>
          <p:cNvPr id="14" name="Flowchart: Connector 13"/>
          <p:cNvSpPr/>
          <p:nvPr/>
        </p:nvSpPr>
        <p:spPr>
          <a:xfrm>
            <a:off x="4102100" y="3079750"/>
            <a:ext cx="76200" cy="76200"/>
          </a:xfrm>
          <a:prstGeom prst="flowChartConnector">
            <a:avLst/>
          </a:prstGeom>
          <a:solidFill>
            <a:schemeClr val="accent5"/>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it-IT" dirty="0"/>
          </a:p>
        </p:txBody>
      </p:sp>
      <p:sp>
        <p:nvSpPr>
          <p:cNvPr id="15" name="Flowchart: Connector 14"/>
          <p:cNvSpPr/>
          <p:nvPr/>
        </p:nvSpPr>
        <p:spPr>
          <a:xfrm>
            <a:off x="3956050" y="2838450"/>
            <a:ext cx="76200" cy="76200"/>
          </a:xfrm>
          <a:prstGeom prst="flowChartConnector">
            <a:avLst/>
          </a:prstGeom>
          <a:solidFill>
            <a:schemeClr val="accent5"/>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it-IT" dirty="0"/>
          </a:p>
        </p:txBody>
      </p:sp>
      <p:sp>
        <p:nvSpPr>
          <p:cNvPr id="16" name="Flowchart: Connector 15"/>
          <p:cNvSpPr/>
          <p:nvPr/>
        </p:nvSpPr>
        <p:spPr>
          <a:xfrm>
            <a:off x="3994150" y="2876550"/>
            <a:ext cx="76200" cy="76200"/>
          </a:xfrm>
          <a:prstGeom prst="flowChartConnector">
            <a:avLst/>
          </a:prstGeom>
          <a:solidFill>
            <a:schemeClr val="accent5"/>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it-IT" dirty="0"/>
          </a:p>
        </p:txBody>
      </p:sp>
      <p:sp>
        <p:nvSpPr>
          <p:cNvPr id="17" name="Flowchart: Connector 16"/>
          <p:cNvSpPr/>
          <p:nvPr/>
        </p:nvSpPr>
        <p:spPr>
          <a:xfrm>
            <a:off x="3848100" y="3168650"/>
            <a:ext cx="76200" cy="76200"/>
          </a:xfrm>
          <a:prstGeom prst="flowChartConnector">
            <a:avLst/>
          </a:prstGeom>
          <a:solidFill>
            <a:schemeClr val="accent5"/>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it-IT" dirty="0"/>
          </a:p>
        </p:txBody>
      </p:sp>
      <p:sp>
        <p:nvSpPr>
          <p:cNvPr id="18" name="Flowchart: Connector 17"/>
          <p:cNvSpPr/>
          <p:nvPr/>
        </p:nvSpPr>
        <p:spPr>
          <a:xfrm>
            <a:off x="4025900" y="2997200"/>
            <a:ext cx="76200" cy="76200"/>
          </a:xfrm>
          <a:prstGeom prst="flowChartConnector">
            <a:avLst/>
          </a:prstGeom>
          <a:solidFill>
            <a:schemeClr val="accent5"/>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it-IT" dirty="0"/>
          </a:p>
        </p:txBody>
      </p:sp>
      <p:sp>
        <p:nvSpPr>
          <p:cNvPr id="19" name="Flowchart: Connector 18"/>
          <p:cNvSpPr/>
          <p:nvPr/>
        </p:nvSpPr>
        <p:spPr>
          <a:xfrm>
            <a:off x="4076700" y="2990850"/>
            <a:ext cx="76200" cy="76200"/>
          </a:xfrm>
          <a:prstGeom prst="flowChartConnector">
            <a:avLst/>
          </a:prstGeom>
          <a:solidFill>
            <a:schemeClr val="accent5"/>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it-IT" dirty="0"/>
          </a:p>
        </p:txBody>
      </p:sp>
      <p:sp>
        <p:nvSpPr>
          <p:cNvPr id="20" name="Flowchart: Connector 19"/>
          <p:cNvSpPr/>
          <p:nvPr/>
        </p:nvSpPr>
        <p:spPr>
          <a:xfrm>
            <a:off x="3841750" y="2806700"/>
            <a:ext cx="76200" cy="76200"/>
          </a:xfrm>
          <a:prstGeom prst="flowChartConnector">
            <a:avLst/>
          </a:prstGeom>
          <a:solidFill>
            <a:schemeClr val="accent5"/>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it-IT" dirty="0"/>
          </a:p>
        </p:txBody>
      </p:sp>
      <p:sp>
        <p:nvSpPr>
          <p:cNvPr id="21" name="Flowchart: Connector 20"/>
          <p:cNvSpPr/>
          <p:nvPr/>
        </p:nvSpPr>
        <p:spPr>
          <a:xfrm>
            <a:off x="3848100" y="2876550"/>
            <a:ext cx="76200" cy="76200"/>
          </a:xfrm>
          <a:prstGeom prst="flowChartConnector">
            <a:avLst/>
          </a:prstGeom>
          <a:solidFill>
            <a:schemeClr val="accent5"/>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it-IT" dirty="0"/>
          </a:p>
        </p:txBody>
      </p:sp>
      <p:sp>
        <p:nvSpPr>
          <p:cNvPr id="22" name="Flowchart: Connector 21"/>
          <p:cNvSpPr/>
          <p:nvPr/>
        </p:nvSpPr>
        <p:spPr>
          <a:xfrm>
            <a:off x="3886200" y="2819400"/>
            <a:ext cx="76200" cy="76200"/>
          </a:xfrm>
          <a:prstGeom prst="flowChartConnector">
            <a:avLst/>
          </a:prstGeom>
          <a:solidFill>
            <a:schemeClr val="accent5"/>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it-IT" dirty="0"/>
          </a:p>
        </p:txBody>
      </p:sp>
      <p:sp>
        <p:nvSpPr>
          <p:cNvPr id="23" name="Flowchart: Connector 22"/>
          <p:cNvSpPr/>
          <p:nvPr/>
        </p:nvSpPr>
        <p:spPr>
          <a:xfrm>
            <a:off x="2178050" y="3238500"/>
            <a:ext cx="76200" cy="76200"/>
          </a:xfrm>
          <a:prstGeom prst="flowChartConnector">
            <a:avLst/>
          </a:prstGeom>
          <a:solidFill>
            <a:schemeClr val="accent5"/>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it-IT"/>
          </a:p>
        </p:txBody>
      </p:sp>
      <p:sp>
        <p:nvSpPr>
          <p:cNvPr id="24" name="Flowchart: Connector 23"/>
          <p:cNvSpPr/>
          <p:nvPr/>
        </p:nvSpPr>
        <p:spPr>
          <a:xfrm>
            <a:off x="1981200" y="3111500"/>
            <a:ext cx="76200" cy="76200"/>
          </a:xfrm>
          <a:prstGeom prst="flowChartConnector">
            <a:avLst/>
          </a:prstGeom>
          <a:solidFill>
            <a:schemeClr val="accent5"/>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295208523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lum/>
            <a:alphaModFix/>
          </a:blip>
          <a:srcRect/>
          <a:stretch>
            <a:fillRect/>
          </a:stretch>
        </p:blipFill>
        <p:spPr>
          <a:xfrm>
            <a:off x="2209800" y="1365840"/>
            <a:ext cx="6665760" cy="4806360"/>
          </a:xfrm>
          <a:prstGeom prst="rect">
            <a:avLst/>
          </a:prstGeom>
          <a:noFill/>
          <a:ln>
            <a:noFill/>
          </a:ln>
        </p:spPr>
      </p:pic>
      <p:pic>
        <p:nvPicPr>
          <p:cNvPr id="6" name="Picture 2" descr="BodyMedia FIT Armbands"/>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 y="1549960"/>
            <a:ext cx="2147536" cy="1175341"/>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p:cNvSpPr txBox="1"/>
          <p:nvPr/>
        </p:nvSpPr>
        <p:spPr>
          <a:xfrm>
            <a:off x="8753" y="2667000"/>
            <a:ext cx="2138784" cy="923330"/>
          </a:xfrm>
          <a:prstGeom prst="rect">
            <a:avLst/>
          </a:prstGeom>
          <a:noFill/>
        </p:spPr>
        <p:txBody>
          <a:bodyPr wrap="square" rtlCol="0">
            <a:spAutoFit/>
          </a:bodyPr>
          <a:lstStyle/>
          <a:p>
            <a:pPr algn="ctr"/>
            <a:r>
              <a:rPr lang="en-US" dirty="0" err="1"/>
              <a:t>SenseWear</a:t>
            </a:r>
            <a:r>
              <a:rPr lang="en-US" dirty="0"/>
              <a:t> </a:t>
            </a:r>
            <a:r>
              <a:rPr lang="it-IT" dirty="0" smtClean="0"/>
              <a:t>armband activity monitor</a:t>
            </a:r>
            <a:endParaRPr lang="it-IT" dirty="0"/>
          </a:p>
        </p:txBody>
      </p:sp>
    </p:spTree>
    <p:extLst>
      <p:ext uri="{BB962C8B-B14F-4D97-AF65-F5344CB8AC3E}">
        <p14:creationId xmlns:p14="http://schemas.microsoft.com/office/powerpoint/2010/main" val="109001869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7346" name="Picture 2" descr="C:\Users\310153563\Documents\GitHub\COPDBodyMedia_2nd_analysis\COPDBodyMedia2_paper\IEEEtran_windows\figure\png\figure_11_onlymets.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982709" y="72424"/>
            <a:ext cx="5334000" cy="39989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580884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p:nvPr/>
        </p:nvPicPr>
        <p:blipFill>
          <a:blip r:embed="rId2"/>
          <a:stretch>
            <a:fillRect/>
          </a:stretch>
        </p:blipFill>
        <p:spPr>
          <a:xfrm>
            <a:off x="1981200" y="71015"/>
            <a:ext cx="5333400" cy="3998520"/>
          </a:xfrm>
          <a:prstGeom prst="rect">
            <a:avLst/>
          </a:prstGeom>
        </p:spPr>
      </p:pic>
      <p:pic>
        <p:nvPicPr>
          <p:cNvPr id="3" name="Picture 2"/>
          <p:cNvPicPr/>
          <p:nvPr/>
        </p:nvPicPr>
        <p:blipFill>
          <a:blip r:embed="rId2"/>
          <a:stretch>
            <a:fillRect/>
          </a:stretch>
        </p:blipFill>
        <p:spPr>
          <a:xfrm>
            <a:off x="1981200" y="76200"/>
            <a:ext cx="5333400" cy="3998520"/>
          </a:xfrm>
          <a:prstGeom prst="rect">
            <a:avLst/>
          </a:prstGeom>
        </p:spPr>
      </p:pic>
    </p:spTree>
    <p:extLst>
      <p:ext uri="{BB962C8B-B14F-4D97-AF65-F5344CB8AC3E}">
        <p14:creationId xmlns:p14="http://schemas.microsoft.com/office/powerpoint/2010/main" val="359922547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p:nvPr/>
        </p:nvPicPr>
        <p:blipFill>
          <a:blip r:embed="rId2"/>
          <a:stretch>
            <a:fillRect/>
          </a:stretch>
        </p:blipFill>
        <p:spPr>
          <a:xfrm>
            <a:off x="1981200" y="71015"/>
            <a:ext cx="5333400" cy="3998520"/>
          </a:xfrm>
          <a:prstGeom prst="rect">
            <a:avLst/>
          </a:prstGeom>
        </p:spPr>
      </p:pic>
      <p:pic>
        <p:nvPicPr>
          <p:cNvPr id="3" name="Picture 2"/>
          <p:cNvPicPr/>
          <p:nvPr/>
        </p:nvPicPr>
        <p:blipFill>
          <a:blip r:embed="rId2"/>
          <a:stretch>
            <a:fillRect/>
          </a:stretch>
        </p:blipFill>
        <p:spPr>
          <a:xfrm>
            <a:off x="1981200" y="76200"/>
            <a:ext cx="5333400" cy="3998520"/>
          </a:xfrm>
          <a:prstGeom prst="rect">
            <a:avLst/>
          </a:prstGeom>
        </p:spPr>
      </p:pic>
      <p:sp>
        <p:nvSpPr>
          <p:cNvPr id="4" name="CustomShape 6"/>
          <p:cNvSpPr/>
          <p:nvPr/>
        </p:nvSpPr>
        <p:spPr>
          <a:xfrm>
            <a:off x="2096040" y="4074998"/>
            <a:ext cx="406780" cy="419292"/>
          </a:xfrm>
          <a:prstGeom prst="roundRect">
            <a:avLst>
              <a:gd name="adj" fmla="val 3600"/>
            </a:avLst>
          </a:prstGeom>
          <a:ln w="36000">
            <a:solidFill>
              <a:srgbClr val="2323DC"/>
            </a:solidFill>
            <a:round/>
          </a:ln>
        </p:spPr>
      </p:sp>
      <p:sp>
        <p:nvSpPr>
          <p:cNvPr id="6" name="Line 7"/>
          <p:cNvSpPr/>
          <p:nvPr/>
        </p:nvSpPr>
        <p:spPr>
          <a:xfrm flipH="1">
            <a:off x="2502818" y="3276600"/>
            <a:ext cx="1208365" cy="807109"/>
          </a:xfrm>
          <a:prstGeom prst="line">
            <a:avLst/>
          </a:prstGeom>
          <a:ln w="36000">
            <a:solidFill>
              <a:srgbClr val="2300DC"/>
            </a:solidFill>
            <a:round/>
          </a:ln>
        </p:spPr>
      </p:sp>
      <p:sp>
        <p:nvSpPr>
          <p:cNvPr id="7" name="Line 8"/>
          <p:cNvSpPr/>
          <p:nvPr/>
        </p:nvSpPr>
        <p:spPr>
          <a:xfrm flipH="1">
            <a:off x="2106897" y="3276600"/>
            <a:ext cx="1604286" cy="798399"/>
          </a:xfrm>
          <a:prstGeom prst="line">
            <a:avLst/>
          </a:prstGeom>
          <a:ln w="36000">
            <a:solidFill>
              <a:srgbClr val="2300DC"/>
            </a:solidFill>
            <a:round/>
          </a:ln>
        </p:spPr>
      </p:sp>
      <p:sp>
        <p:nvSpPr>
          <p:cNvPr id="8" name="Line 9"/>
          <p:cNvSpPr/>
          <p:nvPr/>
        </p:nvSpPr>
        <p:spPr>
          <a:xfrm flipH="1">
            <a:off x="2502818" y="3276600"/>
            <a:ext cx="1208367" cy="1217690"/>
          </a:xfrm>
          <a:prstGeom prst="line">
            <a:avLst/>
          </a:prstGeom>
          <a:ln w="36000">
            <a:solidFill>
              <a:srgbClr val="2300DC"/>
            </a:solidFill>
            <a:round/>
          </a:ln>
        </p:spPr>
      </p:sp>
      <p:sp>
        <p:nvSpPr>
          <p:cNvPr id="9" name="Line 19"/>
          <p:cNvSpPr/>
          <p:nvPr/>
        </p:nvSpPr>
        <p:spPr>
          <a:xfrm flipH="1">
            <a:off x="2096038" y="3276600"/>
            <a:ext cx="1615148" cy="1217691"/>
          </a:xfrm>
          <a:prstGeom prst="line">
            <a:avLst/>
          </a:prstGeom>
          <a:ln>
            <a:solidFill>
              <a:srgbClr val="2300DC"/>
            </a:solidFill>
            <a:custDash>
              <a:ds d="508000" sp="508000"/>
              <a:ds d="508000" sp="508000"/>
            </a:custDash>
          </a:ln>
        </p:spPr>
      </p:sp>
      <p:sp>
        <p:nvSpPr>
          <p:cNvPr id="10" name="CustomShape 20"/>
          <p:cNvSpPr/>
          <p:nvPr/>
        </p:nvSpPr>
        <p:spPr>
          <a:xfrm>
            <a:off x="7024819" y="4083708"/>
            <a:ext cx="406780" cy="419292"/>
          </a:xfrm>
          <a:prstGeom prst="roundRect">
            <a:avLst>
              <a:gd name="adj" fmla="val 3600"/>
            </a:avLst>
          </a:prstGeom>
          <a:ln w="36000">
            <a:solidFill>
              <a:srgbClr val="FF420E"/>
            </a:solidFill>
            <a:round/>
          </a:ln>
        </p:spPr>
      </p:sp>
      <p:sp>
        <p:nvSpPr>
          <p:cNvPr id="11" name="Line 21"/>
          <p:cNvSpPr/>
          <p:nvPr/>
        </p:nvSpPr>
        <p:spPr>
          <a:xfrm>
            <a:off x="3962400" y="990600"/>
            <a:ext cx="3469199" cy="3101818"/>
          </a:xfrm>
          <a:prstGeom prst="line">
            <a:avLst/>
          </a:prstGeom>
          <a:ln w="36000">
            <a:solidFill>
              <a:srgbClr val="FF420E"/>
            </a:solidFill>
            <a:round/>
          </a:ln>
        </p:spPr>
      </p:sp>
      <p:sp>
        <p:nvSpPr>
          <p:cNvPr id="12" name="Line 22"/>
          <p:cNvSpPr/>
          <p:nvPr/>
        </p:nvSpPr>
        <p:spPr>
          <a:xfrm>
            <a:off x="3962400" y="990600"/>
            <a:ext cx="3062419" cy="3093108"/>
          </a:xfrm>
          <a:prstGeom prst="line">
            <a:avLst/>
          </a:prstGeom>
          <a:ln w="36000">
            <a:solidFill>
              <a:srgbClr val="FF420E"/>
            </a:solidFill>
            <a:round/>
          </a:ln>
        </p:spPr>
      </p:sp>
      <p:sp>
        <p:nvSpPr>
          <p:cNvPr id="13" name="Line 23"/>
          <p:cNvSpPr/>
          <p:nvPr/>
        </p:nvSpPr>
        <p:spPr>
          <a:xfrm>
            <a:off x="3962400" y="990600"/>
            <a:ext cx="3469200" cy="3512400"/>
          </a:xfrm>
          <a:prstGeom prst="line">
            <a:avLst/>
          </a:prstGeom>
          <a:ln>
            <a:solidFill>
              <a:srgbClr val="FF420E"/>
            </a:solidFill>
            <a:prstDash val="dash"/>
          </a:ln>
        </p:spPr>
      </p:sp>
      <p:sp>
        <p:nvSpPr>
          <p:cNvPr id="14" name="Line 24"/>
          <p:cNvSpPr/>
          <p:nvPr/>
        </p:nvSpPr>
        <p:spPr>
          <a:xfrm>
            <a:off x="3962400" y="990600"/>
            <a:ext cx="3062420" cy="3512400"/>
          </a:xfrm>
          <a:prstGeom prst="line">
            <a:avLst/>
          </a:prstGeom>
          <a:ln w="36000">
            <a:solidFill>
              <a:srgbClr val="FF420E"/>
            </a:solidFill>
            <a:round/>
          </a:ln>
        </p:spPr>
      </p:sp>
      <p:sp>
        <p:nvSpPr>
          <p:cNvPr id="15" name="Line 14"/>
          <p:cNvSpPr/>
          <p:nvPr/>
        </p:nvSpPr>
        <p:spPr>
          <a:xfrm>
            <a:off x="3962400" y="1759801"/>
            <a:ext cx="2534200" cy="2323907"/>
          </a:xfrm>
          <a:prstGeom prst="line">
            <a:avLst/>
          </a:prstGeom>
          <a:ln w="36000">
            <a:solidFill>
              <a:srgbClr val="E6FF00"/>
            </a:solidFill>
            <a:round/>
          </a:ln>
        </p:spPr>
      </p:sp>
      <p:sp>
        <p:nvSpPr>
          <p:cNvPr id="16" name="Line 15"/>
          <p:cNvSpPr/>
          <p:nvPr/>
        </p:nvSpPr>
        <p:spPr>
          <a:xfrm>
            <a:off x="3962400" y="1759801"/>
            <a:ext cx="2931141" cy="2743199"/>
          </a:xfrm>
          <a:prstGeom prst="line">
            <a:avLst/>
          </a:prstGeom>
          <a:ln>
            <a:solidFill>
              <a:srgbClr val="E6FF00"/>
            </a:solidFill>
            <a:prstDash val="dash"/>
          </a:ln>
        </p:spPr>
      </p:sp>
      <p:sp>
        <p:nvSpPr>
          <p:cNvPr id="17" name="Line 16"/>
          <p:cNvSpPr/>
          <p:nvPr/>
        </p:nvSpPr>
        <p:spPr>
          <a:xfrm>
            <a:off x="3962400" y="1759801"/>
            <a:ext cx="2534200" cy="2743199"/>
          </a:xfrm>
          <a:prstGeom prst="line">
            <a:avLst/>
          </a:prstGeom>
          <a:ln w="36000">
            <a:solidFill>
              <a:srgbClr val="E6FF00"/>
            </a:solidFill>
            <a:round/>
          </a:ln>
        </p:spPr>
      </p:sp>
      <p:sp>
        <p:nvSpPr>
          <p:cNvPr id="18" name="Line 13"/>
          <p:cNvSpPr/>
          <p:nvPr/>
        </p:nvSpPr>
        <p:spPr>
          <a:xfrm>
            <a:off x="3962400" y="1759801"/>
            <a:ext cx="2940980" cy="2332792"/>
          </a:xfrm>
          <a:prstGeom prst="line">
            <a:avLst/>
          </a:prstGeom>
          <a:ln w="36000">
            <a:solidFill>
              <a:srgbClr val="E6FF00"/>
            </a:solidFill>
            <a:round/>
          </a:ln>
        </p:spPr>
      </p:sp>
      <p:sp>
        <p:nvSpPr>
          <p:cNvPr id="19" name="CustomShape 12"/>
          <p:cNvSpPr/>
          <p:nvPr/>
        </p:nvSpPr>
        <p:spPr>
          <a:xfrm>
            <a:off x="6496600" y="4083708"/>
            <a:ext cx="406780" cy="419292"/>
          </a:xfrm>
          <a:prstGeom prst="roundRect">
            <a:avLst>
              <a:gd name="adj" fmla="val 3600"/>
            </a:avLst>
          </a:prstGeom>
          <a:ln w="36000">
            <a:solidFill>
              <a:srgbClr val="E6FF00"/>
            </a:solidFill>
            <a:round/>
          </a:ln>
        </p:spPr>
      </p:sp>
      <p:grpSp>
        <p:nvGrpSpPr>
          <p:cNvPr id="20" name="Group 19"/>
          <p:cNvGrpSpPr/>
          <p:nvPr/>
        </p:nvGrpSpPr>
        <p:grpSpPr>
          <a:xfrm>
            <a:off x="2554800" y="2507009"/>
            <a:ext cx="3872043" cy="1987281"/>
            <a:chOff x="609600" y="2423609"/>
            <a:chExt cx="3872043" cy="1987281"/>
          </a:xfrm>
        </p:grpSpPr>
        <p:sp>
          <p:nvSpPr>
            <p:cNvPr id="21" name="Line 10"/>
            <p:cNvSpPr/>
            <p:nvPr/>
          </p:nvSpPr>
          <p:spPr>
            <a:xfrm>
              <a:off x="1864801" y="2433058"/>
              <a:ext cx="2616842" cy="1977832"/>
            </a:xfrm>
            <a:prstGeom prst="line">
              <a:avLst/>
            </a:prstGeom>
            <a:ln>
              <a:solidFill>
                <a:srgbClr val="00CCCC"/>
              </a:solidFill>
              <a:custDash>
                <a:ds d="508000" sp="508000"/>
                <a:ds d="508000" sp="508000"/>
              </a:custDash>
            </a:ln>
          </p:spPr>
        </p:sp>
        <p:sp>
          <p:nvSpPr>
            <p:cNvPr id="22" name="Line 11"/>
            <p:cNvSpPr/>
            <p:nvPr/>
          </p:nvSpPr>
          <p:spPr>
            <a:xfrm flipH="1">
              <a:off x="609601" y="2433058"/>
              <a:ext cx="1255199" cy="1977832"/>
            </a:xfrm>
            <a:prstGeom prst="line">
              <a:avLst/>
            </a:prstGeom>
            <a:ln>
              <a:solidFill>
                <a:srgbClr val="00CCCC"/>
              </a:solidFill>
              <a:custDash>
                <a:ds d="508000" sp="508000"/>
                <a:ds d="508000" sp="508000"/>
              </a:custDash>
            </a:ln>
          </p:spPr>
        </p:sp>
        <p:sp>
          <p:nvSpPr>
            <p:cNvPr id="23" name="CustomShape 17"/>
            <p:cNvSpPr/>
            <p:nvPr/>
          </p:nvSpPr>
          <p:spPr>
            <a:xfrm>
              <a:off x="609601" y="3991598"/>
              <a:ext cx="3872041" cy="419292"/>
            </a:xfrm>
            <a:prstGeom prst="roundRect">
              <a:avLst>
                <a:gd name="adj" fmla="val 3600"/>
              </a:avLst>
            </a:prstGeom>
            <a:ln w="36000">
              <a:solidFill>
                <a:srgbClr val="00CCCC"/>
              </a:solidFill>
              <a:round/>
            </a:ln>
          </p:spPr>
        </p:sp>
        <p:sp>
          <p:nvSpPr>
            <p:cNvPr id="24" name="Line 18"/>
            <p:cNvSpPr/>
            <p:nvPr/>
          </p:nvSpPr>
          <p:spPr>
            <a:xfrm>
              <a:off x="1864801" y="2433058"/>
              <a:ext cx="2616842" cy="1567250"/>
            </a:xfrm>
            <a:prstGeom prst="line">
              <a:avLst/>
            </a:prstGeom>
            <a:ln w="36000">
              <a:solidFill>
                <a:srgbClr val="00CCCC"/>
              </a:solidFill>
              <a:round/>
            </a:ln>
          </p:spPr>
        </p:sp>
        <p:sp>
          <p:nvSpPr>
            <p:cNvPr id="25" name="Line 5"/>
            <p:cNvSpPr/>
            <p:nvPr/>
          </p:nvSpPr>
          <p:spPr>
            <a:xfrm flipH="1">
              <a:off x="609600" y="2423609"/>
              <a:ext cx="1255200" cy="1576699"/>
            </a:xfrm>
            <a:prstGeom prst="line">
              <a:avLst/>
            </a:prstGeom>
            <a:ln w="36000">
              <a:solidFill>
                <a:srgbClr val="00CCCC"/>
              </a:solidFill>
              <a:round/>
            </a:ln>
          </p:spPr>
        </p:sp>
        <mc:AlternateContent xmlns:mc="http://schemas.openxmlformats.org/markup-compatibility/2006" xmlns:a14="http://schemas.microsoft.com/office/drawing/2010/main">
          <mc:Choice Requires="a14">
            <p:sp>
              <p:nvSpPr>
                <p:cNvPr id="26" name="TextBox 25"/>
                <p:cNvSpPr txBox="1"/>
                <p:nvPr/>
              </p:nvSpPr>
              <p:spPr>
                <a:xfrm>
                  <a:off x="609601" y="4038600"/>
                  <a:ext cx="3872041" cy="307777"/>
                </a:xfrm>
                <a:prstGeom prst="rect">
                  <a:avLst/>
                </a:prstGeom>
                <a:noFill/>
              </p:spPr>
              <p:txBody>
                <a:bodyPr wrap="square" rtlCol="0">
                  <a:spAutoFit/>
                </a:bodyPr>
                <a:lstStyle/>
                <a:p>
                  <a:pPr algn="ctr"/>
                  <a14:m>
                    <m:oMath xmlns:m="http://schemas.openxmlformats.org/officeDocument/2006/math">
                      <m:r>
                        <a:rPr lang="en-US" sz="1400" b="0" i="1" smtClean="0">
                          <a:latin typeface="Cambria Math"/>
                        </a:rPr>
                        <m:t>𝐼𝐶</m:t>
                      </m:r>
                      <m:r>
                        <a:rPr lang="en-US" sz="1400" b="0" i="1" smtClean="0">
                          <a:latin typeface="Cambria Math"/>
                        </a:rPr>
                        <m:t>, </m:t>
                      </m:r>
                      <m:r>
                        <a:rPr lang="en-US" sz="1400" i="1" smtClean="0">
                          <a:latin typeface="Cambria Math"/>
                        </a:rPr>
                        <m:t>𝑑</m:t>
                      </m:r>
                    </m:oMath>
                  </a14:m>
                  <a:r>
                    <a:rPr lang="en-US" sz="1400" dirty="0" smtClean="0"/>
                    <a:t>,</a:t>
                  </a:r>
                  <a:r>
                    <a:rPr lang="en-US" sz="1400" dirty="0">
                      <a:ea typeface="Cambria Math"/>
                    </a:rPr>
                    <a:t> </a:t>
                  </a:r>
                  <a14:m>
                    <m:oMath xmlns:m="http://schemas.openxmlformats.org/officeDocument/2006/math">
                      <m:sSubSup>
                        <m:sSubSupPr>
                          <m:ctrlPr>
                            <a:rPr lang="en-US" sz="1400" i="1">
                              <a:latin typeface="Cambria Math"/>
                              <a:ea typeface="Cambria Math"/>
                            </a:rPr>
                          </m:ctrlPr>
                        </m:sSubSupPr>
                        <m:e>
                          <m:r>
                            <a:rPr lang="en-US" sz="1400" i="1">
                              <a:latin typeface="Cambria Math"/>
                              <a:ea typeface="Cambria Math"/>
                            </a:rPr>
                            <m:t>𝜇</m:t>
                          </m:r>
                        </m:e>
                        <m:sub>
                          <m:r>
                            <a:rPr lang="en-US" sz="1400" b="0" i="1" smtClean="0">
                              <a:latin typeface="Cambria Math"/>
                              <a:ea typeface="Cambria Math"/>
                            </a:rPr>
                            <m:t>𝑆𝑇</m:t>
                          </m:r>
                        </m:sub>
                        <m:sup/>
                      </m:sSubSup>
                    </m:oMath>
                  </a14:m>
                  <a:r>
                    <a:rPr lang="en-US" sz="1400" dirty="0" smtClean="0"/>
                    <a:t>,</a:t>
                  </a:r>
                  <a14:m>
                    <m:oMath xmlns:m="http://schemas.openxmlformats.org/officeDocument/2006/math">
                      <m:sSubSup>
                        <m:sSubSupPr>
                          <m:ctrlPr>
                            <a:rPr lang="en-US" sz="1400" i="1">
                              <a:latin typeface="Cambria Math"/>
                              <a:ea typeface="Cambria Math"/>
                            </a:rPr>
                          </m:ctrlPr>
                        </m:sSubSupPr>
                        <m:e>
                          <m:r>
                            <a:rPr lang="en-US" sz="1400" i="1">
                              <a:latin typeface="Cambria Math"/>
                              <a:ea typeface="Cambria Math"/>
                            </a:rPr>
                            <m:t>𝜇</m:t>
                          </m:r>
                        </m:e>
                        <m:sub>
                          <m:r>
                            <a:rPr lang="en-US" sz="1400" b="0" i="1" smtClean="0">
                              <a:latin typeface="Cambria Math"/>
                              <a:ea typeface="Cambria Math"/>
                            </a:rPr>
                            <m:t>𝐺𝑆𝑅</m:t>
                          </m:r>
                        </m:sub>
                        <m:sup/>
                      </m:sSubSup>
                      <m:r>
                        <a:rPr lang="en-US" sz="1400" b="0" i="1" smtClean="0">
                          <a:latin typeface="Cambria Math"/>
                          <a:ea typeface="Cambria Math"/>
                        </a:rPr>
                        <m:t>,</m:t>
                      </m:r>
                      <m:sSubSup>
                        <m:sSubSupPr>
                          <m:ctrlPr>
                            <a:rPr lang="en-US" sz="1400" i="1">
                              <a:latin typeface="Cambria Math"/>
                              <a:ea typeface="Cambria Math"/>
                            </a:rPr>
                          </m:ctrlPr>
                        </m:sSubSupPr>
                        <m:e>
                          <m:r>
                            <a:rPr lang="en-US" sz="1400" i="1">
                              <a:latin typeface="Cambria Math"/>
                              <a:ea typeface="Cambria Math"/>
                            </a:rPr>
                            <m:t>𝜇</m:t>
                          </m:r>
                        </m:e>
                        <m:sub>
                          <m:r>
                            <a:rPr lang="en-US" sz="1400" b="0" i="1" smtClean="0">
                              <a:latin typeface="Cambria Math"/>
                              <a:ea typeface="Cambria Math"/>
                            </a:rPr>
                            <m:t>𝑉𝑀</m:t>
                          </m:r>
                        </m:sub>
                        <m:sup/>
                      </m:sSubSup>
                      <m:sSubSup>
                        <m:sSubSupPr>
                          <m:ctrlPr>
                            <a:rPr lang="en-US" sz="1400" i="1">
                              <a:latin typeface="Cambria Math"/>
                              <a:ea typeface="Cambria Math"/>
                            </a:rPr>
                          </m:ctrlPr>
                        </m:sSubSupPr>
                        <m:e>
                          <m:r>
                            <a:rPr lang="en-US" sz="1400" b="0" i="1" smtClean="0">
                              <a:latin typeface="Cambria Math"/>
                              <a:ea typeface="Cambria Math"/>
                            </a:rPr>
                            <m:t>, </m:t>
                          </m:r>
                          <m:r>
                            <a:rPr lang="en-US" sz="1400" i="1">
                              <a:latin typeface="Cambria Math"/>
                              <a:ea typeface="Cambria Math"/>
                            </a:rPr>
                            <m:t>𝜇</m:t>
                          </m:r>
                        </m:e>
                        <m:sub>
                          <m:r>
                            <a:rPr lang="en-US" sz="1400" b="0" i="1" smtClean="0">
                              <a:latin typeface="Cambria Math"/>
                              <a:ea typeface="Cambria Math"/>
                            </a:rPr>
                            <m:t>𝑆𝐶</m:t>
                          </m:r>
                        </m:sub>
                        <m:sup/>
                      </m:sSubSup>
                    </m:oMath>
                  </a14:m>
                  <a:endParaRPr lang="en-US" sz="1400" dirty="0"/>
                </a:p>
              </p:txBody>
            </p:sp>
          </mc:Choice>
          <mc:Fallback xmlns="">
            <p:sp>
              <p:nvSpPr>
                <p:cNvPr id="28" name="TextBox 27"/>
                <p:cNvSpPr txBox="1">
                  <a:spLocks noRot="1" noChangeAspect="1" noMove="1" noResize="1" noEditPoints="1" noAdjustHandles="1" noChangeArrowheads="1" noChangeShapeType="1" noTextEdit="1"/>
                </p:cNvSpPr>
                <p:nvPr/>
              </p:nvSpPr>
              <p:spPr>
                <a:xfrm>
                  <a:off x="609601" y="4038600"/>
                  <a:ext cx="3872041" cy="307777"/>
                </a:xfrm>
                <a:prstGeom prst="rect">
                  <a:avLst/>
                </a:prstGeom>
                <a:blipFill rotWithShape="1">
                  <a:blip r:embed="rId3"/>
                  <a:stretch>
                    <a:fillRect t="-1961" b="-17647"/>
                  </a:stretch>
                </a:blipFill>
              </p:spPr>
              <p:txBody>
                <a:bodyPr/>
                <a:lstStyle/>
                <a:p>
                  <a:r>
                    <a:rPr lang="en-US">
                      <a:noFill/>
                    </a:rPr>
                    <a:t> </a:t>
                  </a:r>
                </a:p>
              </p:txBody>
            </p:sp>
          </mc:Fallback>
        </mc:AlternateContent>
      </p:grpSp>
    </p:spTree>
    <p:extLst>
      <p:ext uri="{BB962C8B-B14F-4D97-AF65-F5344CB8AC3E}">
        <p14:creationId xmlns:p14="http://schemas.microsoft.com/office/powerpoint/2010/main" val="86465702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981200" y="71015"/>
            <a:ext cx="5450400" cy="5720377"/>
            <a:chOff x="1981200" y="71015"/>
            <a:chExt cx="5450400" cy="5720377"/>
          </a:xfrm>
        </p:grpSpPr>
        <p:pic>
          <p:nvPicPr>
            <p:cNvPr id="5" name="Picture 4"/>
            <p:cNvPicPr/>
            <p:nvPr/>
          </p:nvPicPr>
          <p:blipFill>
            <a:blip r:embed="rId2"/>
            <a:stretch>
              <a:fillRect/>
            </a:stretch>
          </p:blipFill>
          <p:spPr>
            <a:xfrm>
              <a:off x="1981200" y="71015"/>
              <a:ext cx="5333400" cy="3998520"/>
            </a:xfrm>
            <a:prstGeom prst="rect">
              <a:avLst/>
            </a:prstGeom>
          </p:spPr>
        </p:pic>
        <p:pic>
          <p:nvPicPr>
            <p:cNvPr id="3" name="Picture 2"/>
            <p:cNvPicPr/>
            <p:nvPr/>
          </p:nvPicPr>
          <p:blipFill>
            <a:blip r:embed="rId2"/>
            <a:stretch>
              <a:fillRect/>
            </a:stretch>
          </p:blipFill>
          <p:spPr>
            <a:xfrm>
              <a:off x="1981200" y="76200"/>
              <a:ext cx="5333400" cy="3998520"/>
            </a:xfrm>
            <a:prstGeom prst="rect">
              <a:avLst/>
            </a:prstGeom>
          </p:spPr>
        </p:pic>
        <p:sp>
          <p:nvSpPr>
            <p:cNvPr id="4" name="CustomShape 6"/>
            <p:cNvSpPr/>
            <p:nvPr/>
          </p:nvSpPr>
          <p:spPr>
            <a:xfrm>
              <a:off x="2096040" y="4074998"/>
              <a:ext cx="406780" cy="419292"/>
            </a:xfrm>
            <a:prstGeom prst="roundRect">
              <a:avLst>
                <a:gd name="adj" fmla="val 3600"/>
              </a:avLst>
            </a:prstGeom>
            <a:ln w="36000">
              <a:solidFill>
                <a:srgbClr val="2323DC"/>
              </a:solidFill>
              <a:round/>
            </a:ln>
          </p:spPr>
        </p:sp>
        <p:sp>
          <p:nvSpPr>
            <p:cNvPr id="6" name="Line 7"/>
            <p:cNvSpPr/>
            <p:nvPr/>
          </p:nvSpPr>
          <p:spPr>
            <a:xfrm flipH="1">
              <a:off x="2502818" y="3276600"/>
              <a:ext cx="1208365" cy="807109"/>
            </a:xfrm>
            <a:prstGeom prst="line">
              <a:avLst/>
            </a:prstGeom>
            <a:ln w="36000">
              <a:solidFill>
                <a:srgbClr val="2300DC"/>
              </a:solidFill>
              <a:round/>
            </a:ln>
          </p:spPr>
        </p:sp>
        <p:sp>
          <p:nvSpPr>
            <p:cNvPr id="7" name="Line 8"/>
            <p:cNvSpPr/>
            <p:nvPr/>
          </p:nvSpPr>
          <p:spPr>
            <a:xfrm flipH="1">
              <a:off x="2106897" y="3276600"/>
              <a:ext cx="1604286" cy="798399"/>
            </a:xfrm>
            <a:prstGeom prst="line">
              <a:avLst/>
            </a:prstGeom>
            <a:ln w="36000">
              <a:solidFill>
                <a:srgbClr val="2300DC"/>
              </a:solidFill>
              <a:round/>
            </a:ln>
          </p:spPr>
        </p:sp>
        <p:sp>
          <p:nvSpPr>
            <p:cNvPr id="8" name="Line 9"/>
            <p:cNvSpPr/>
            <p:nvPr/>
          </p:nvSpPr>
          <p:spPr>
            <a:xfrm flipH="1">
              <a:off x="2502818" y="3276600"/>
              <a:ext cx="1208367" cy="1217690"/>
            </a:xfrm>
            <a:prstGeom prst="line">
              <a:avLst/>
            </a:prstGeom>
            <a:ln w="36000">
              <a:solidFill>
                <a:srgbClr val="2300DC"/>
              </a:solidFill>
              <a:round/>
            </a:ln>
          </p:spPr>
        </p:sp>
        <p:sp>
          <p:nvSpPr>
            <p:cNvPr id="9" name="Line 19"/>
            <p:cNvSpPr/>
            <p:nvPr/>
          </p:nvSpPr>
          <p:spPr>
            <a:xfrm flipH="1">
              <a:off x="2096038" y="3276600"/>
              <a:ext cx="1615148" cy="1217691"/>
            </a:xfrm>
            <a:prstGeom prst="line">
              <a:avLst/>
            </a:prstGeom>
            <a:ln>
              <a:solidFill>
                <a:srgbClr val="2300DC"/>
              </a:solidFill>
              <a:custDash>
                <a:ds d="508000" sp="508000"/>
                <a:ds d="508000" sp="508000"/>
              </a:custDash>
            </a:ln>
          </p:spPr>
        </p:sp>
        <p:sp>
          <p:nvSpPr>
            <p:cNvPr id="10" name="CustomShape 20"/>
            <p:cNvSpPr/>
            <p:nvPr/>
          </p:nvSpPr>
          <p:spPr>
            <a:xfrm>
              <a:off x="7024819" y="4083708"/>
              <a:ext cx="406780" cy="419292"/>
            </a:xfrm>
            <a:prstGeom prst="roundRect">
              <a:avLst>
                <a:gd name="adj" fmla="val 3600"/>
              </a:avLst>
            </a:prstGeom>
            <a:ln w="36000">
              <a:solidFill>
                <a:srgbClr val="FF420E"/>
              </a:solidFill>
              <a:round/>
            </a:ln>
          </p:spPr>
        </p:sp>
        <p:sp>
          <p:nvSpPr>
            <p:cNvPr id="11" name="Line 21"/>
            <p:cNvSpPr/>
            <p:nvPr/>
          </p:nvSpPr>
          <p:spPr>
            <a:xfrm>
              <a:off x="3962400" y="990600"/>
              <a:ext cx="3469199" cy="3101818"/>
            </a:xfrm>
            <a:prstGeom prst="line">
              <a:avLst/>
            </a:prstGeom>
            <a:ln w="36000">
              <a:solidFill>
                <a:srgbClr val="FF420E"/>
              </a:solidFill>
              <a:round/>
            </a:ln>
          </p:spPr>
        </p:sp>
        <p:sp>
          <p:nvSpPr>
            <p:cNvPr id="12" name="Line 22"/>
            <p:cNvSpPr/>
            <p:nvPr/>
          </p:nvSpPr>
          <p:spPr>
            <a:xfrm>
              <a:off x="3962400" y="990600"/>
              <a:ext cx="3062419" cy="3093108"/>
            </a:xfrm>
            <a:prstGeom prst="line">
              <a:avLst/>
            </a:prstGeom>
            <a:ln w="36000">
              <a:solidFill>
                <a:srgbClr val="FF420E"/>
              </a:solidFill>
              <a:round/>
            </a:ln>
          </p:spPr>
        </p:sp>
        <p:sp>
          <p:nvSpPr>
            <p:cNvPr id="13" name="Line 23"/>
            <p:cNvSpPr/>
            <p:nvPr/>
          </p:nvSpPr>
          <p:spPr>
            <a:xfrm>
              <a:off x="3962400" y="990600"/>
              <a:ext cx="3469200" cy="3512400"/>
            </a:xfrm>
            <a:prstGeom prst="line">
              <a:avLst/>
            </a:prstGeom>
            <a:ln>
              <a:solidFill>
                <a:srgbClr val="FF420E"/>
              </a:solidFill>
              <a:prstDash val="dash"/>
            </a:ln>
          </p:spPr>
        </p:sp>
        <p:sp>
          <p:nvSpPr>
            <p:cNvPr id="14" name="Line 24"/>
            <p:cNvSpPr/>
            <p:nvPr/>
          </p:nvSpPr>
          <p:spPr>
            <a:xfrm>
              <a:off x="3962400" y="990600"/>
              <a:ext cx="3062420" cy="3512400"/>
            </a:xfrm>
            <a:prstGeom prst="line">
              <a:avLst/>
            </a:prstGeom>
            <a:ln w="36000">
              <a:solidFill>
                <a:srgbClr val="FF420E"/>
              </a:solidFill>
              <a:round/>
            </a:ln>
          </p:spPr>
        </p:sp>
        <p:sp>
          <p:nvSpPr>
            <p:cNvPr id="15" name="Line 14"/>
            <p:cNvSpPr/>
            <p:nvPr/>
          </p:nvSpPr>
          <p:spPr>
            <a:xfrm>
              <a:off x="3962400" y="1759801"/>
              <a:ext cx="2534200" cy="2323907"/>
            </a:xfrm>
            <a:prstGeom prst="line">
              <a:avLst/>
            </a:prstGeom>
            <a:ln w="36000">
              <a:solidFill>
                <a:srgbClr val="E6FF00"/>
              </a:solidFill>
              <a:round/>
            </a:ln>
          </p:spPr>
        </p:sp>
        <p:sp>
          <p:nvSpPr>
            <p:cNvPr id="16" name="Line 15"/>
            <p:cNvSpPr/>
            <p:nvPr/>
          </p:nvSpPr>
          <p:spPr>
            <a:xfrm>
              <a:off x="3962400" y="1759801"/>
              <a:ext cx="2931141" cy="2743199"/>
            </a:xfrm>
            <a:prstGeom prst="line">
              <a:avLst/>
            </a:prstGeom>
            <a:ln>
              <a:solidFill>
                <a:srgbClr val="E6FF00"/>
              </a:solidFill>
              <a:prstDash val="dash"/>
            </a:ln>
          </p:spPr>
        </p:sp>
        <p:sp>
          <p:nvSpPr>
            <p:cNvPr id="17" name="Line 16"/>
            <p:cNvSpPr/>
            <p:nvPr/>
          </p:nvSpPr>
          <p:spPr>
            <a:xfrm>
              <a:off x="3962400" y="1759801"/>
              <a:ext cx="2534200" cy="2743199"/>
            </a:xfrm>
            <a:prstGeom prst="line">
              <a:avLst/>
            </a:prstGeom>
            <a:ln w="36000">
              <a:solidFill>
                <a:srgbClr val="E6FF00"/>
              </a:solidFill>
              <a:round/>
            </a:ln>
          </p:spPr>
        </p:sp>
        <p:sp>
          <p:nvSpPr>
            <p:cNvPr id="18" name="Line 13"/>
            <p:cNvSpPr/>
            <p:nvPr/>
          </p:nvSpPr>
          <p:spPr>
            <a:xfrm>
              <a:off x="3962400" y="1759801"/>
              <a:ext cx="2940980" cy="2332792"/>
            </a:xfrm>
            <a:prstGeom prst="line">
              <a:avLst/>
            </a:prstGeom>
            <a:ln w="36000">
              <a:solidFill>
                <a:srgbClr val="E6FF00"/>
              </a:solidFill>
              <a:round/>
            </a:ln>
          </p:spPr>
        </p:sp>
        <p:sp>
          <p:nvSpPr>
            <p:cNvPr id="19" name="CustomShape 12"/>
            <p:cNvSpPr/>
            <p:nvPr/>
          </p:nvSpPr>
          <p:spPr>
            <a:xfrm>
              <a:off x="6496600" y="4083708"/>
              <a:ext cx="406780" cy="419292"/>
            </a:xfrm>
            <a:prstGeom prst="roundRect">
              <a:avLst>
                <a:gd name="adj" fmla="val 3600"/>
              </a:avLst>
            </a:prstGeom>
            <a:ln w="36000">
              <a:solidFill>
                <a:srgbClr val="E6FF00"/>
              </a:solidFill>
              <a:round/>
            </a:ln>
          </p:spPr>
        </p:sp>
        <p:grpSp>
          <p:nvGrpSpPr>
            <p:cNvPr id="20" name="Group 19"/>
            <p:cNvGrpSpPr/>
            <p:nvPr/>
          </p:nvGrpSpPr>
          <p:grpSpPr>
            <a:xfrm>
              <a:off x="2554800" y="2507009"/>
              <a:ext cx="3872043" cy="1987281"/>
              <a:chOff x="609600" y="2423609"/>
              <a:chExt cx="3872043" cy="1987281"/>
            </a:xfrm>
          </p:grpSpPr>
          <p:sp>
            <p:nvSpPr>
              <p:cNvPr id="21" name="Line 10"/>
              <p:cNvSpPr/>
              <p:nvPr/>
            </p:nvSpPr>
            <p:spPr>
              <a:xfrm>
                <a:off x="1864801" y="2433058"/>
                <a:ext cx="2616842" cy="1977832"/>
              </a:xfrm>
              <a:prstGeom prst="line">
                <a:avLst/>
              </a:prstGeom>
              <a:ln>
                <a:solidFill>
                  <a:srgbClr val="00CCCC"/>
                </a:solidFill>
                <a:custDash>
                  <a:ds d="508000" sp="508000"/>
                  <a:ds d="508000" sp="508000"/>
                </a:custDash>
              </a:ln>
            </p:spPr>
          </p:sp>
          <p:sp>
            <p:nvSpPr>
              <p:cNvPr id="22" name="Line 11"/>
              <p:cNvSpPr/>
              <p:nvPr/>
            </p:nvSpPr>
            <p:spPr>
              <a:xfrm flipH="1">
                <a:off x="609601" y="2433058"/>
                <a:ext cx="1255199" cy="1977832"/>
              </a:xfrm>
              <a:prstGeom prst="line">
                <a:avLst/>
              </a:prstGeom>
              <a:ln>
                <a:solidFill>
                  <a:srgbClr val="00CCCC"/>
                </a:solidFill>
                <a:custDash>
                  <a:ds d="508000" sp="508000"/>
                  <a:ds d="508000" sp="508000"/>
                </a:custDash>
              </a:ln>
            </p:spPr>
          </p:sp>
          <p:sp>
            <p:nvSpPr>
              <p:cNvPr id="23" name="CustomShape 17"/>
              <p:cNvSpPr/>
              <p:nvPr/>
            </p:nvSpPr>
            <p:spPr>
              <a:xfrm>
                <a:off x="609601" y="3991598"/>
                <a:ext cx="3872041" cy="419292"/>
              </a:xfrm>
              <a:prstGeom prst="roundRect">
                <a:avLst>
                  <a:gd name="adj" fmla="val 3600"/>
                </a:avLst>
              </a:prstGeom>
              <a:ln w="36000">
                <a:solidFill>
                  <a:srgbClr val="00CCCC"/>
                </a:solidFill>
                <a:round/>
              </a:ln>
            </p:spPr>
          </p:sp>
          <p:sp>
            <p:nvSpPr>
              <p:cNvPr id="24" name="Line 18"/>
              <p:cNvSpPr/>
              <p:nvPr/>
            </p:nvSpPr>
            <p:spPr>
              <a:xfrm>
                <a:off x="1864801" y="2433058"/>
                <a:ext cx="2616842" cy="1567250"/>
              </a:xfrm>
              <a:prstGeom prst="line">
                <a:avLst/>
              </a:prstGeom>
              <a:ln w="36000">
                <a:solidFill>
                  <a:srgbClr val="00CCCC"/>
                </a:solidFill>
                <a:round/>
              </a:ln>
            </p:spPr>
          </p:sp>
          <p:sp>
            <p:nvSpPr>
              <p:cNvPr id="25" name="Line 5"/>
              <p:cNvSpPr/>
              <p:nvPr/>
            </p:nvSpPr>
            <p:spPr>
              <a:xfrm flipH="1">
                <a:off x="609600" y="2423609"/>
                <a:ext cx="1255200" cy="1576699"/>
              </a:xfrm>
              <a:prstGeom prst="line">
                <a:avLst/>
              </a:prstGeom>
              <a:ln w="36000">
                <a:solidFill>
                  <a:srgbClr val="00CCCC"/>
                </a:solidFill>
                <a:round/>
              </a:ln>
            </p:spPr>
          </p:sp>
          <mc:AlternateContent xmlns:mc="http://schemas.openxmlformats.org/markup-compatibility/2006" xmlns:a14="http://schemas.microsoft.com/office/drawing/2010/main">
            <mc:Choice Requires="a14">
              <p:sp>
                <p:nvSpPr>
                  <p:cNvPr id="26" name="TextBox 25"/>
                  <p:cNvSpPr txBox="1"/>
                  <p:nvPr/>
                </p:nvSpPr>
                <p:spPr>
                  <a:xfrm>
                    <a:off x="609601" y="4038600"/>
                    <a:ext cx="3872041" cy="307777"/>
                  </a:xfrm>
                  <a:prstGeom prst="rect">
                    <a:avLst/>
                  </a:prstGeom>
                  <a:noFill/>
                </p:spPr>
                <p:txBody>
                  <a:bodyPr wrap="square" rtlCol="0">
                    <a:spAutoFit/>
                  </a:bodyPr>
                  <a:lstStyle/>
                  <a:p>
                    <a:pPr algn="ctr"/>
                    <a14:m>
                      <m:oMath xmlns:m="http://schemas.openxmlformats.org/officeDocument/2006/math">
                        <m:r>
                          <a:rPr lang="en-US" sz="1400" b="0" i="1" smtClean="0">
                            <a:latin typeface="Cambria Math"/>
                          </a:rPr>
                          <m:t>𝐼𝐶</m:t>
                        </m:r>
                        <m:r>
                          <a:rPr lang="en-US" sz="1400" b="0" i="1" smtClean="0">
                            <a:latin typeface="Cambria Math"/>
                          </a:rPr>
                          <m:t>, </m:t>
                        </m:r>
                        <m:r>
                          <a:rPr lang="en-US" sz="1400" i="1" smtClean="0">
                            <a:latin typeface="Cambria Math"/>
                          </a:rPr>
                          <m:t>𝑑</m:t>
                        </m:r>
                      </m:oMath>
                    </a14:m>
                    <a:r>
                      <a:rPr lang="en-US" sz="1400" dirty="0" smtClean="0"/>
                      <a:t>,</a:t>
                    </a:r>
                    <a:r>
                      <a:rPr lang="en-US" sz="1400" dirty="0">
                        <a:ea typeface="Cambria Math"/>
                      </a:rPr>
                      <a:t> </a:t>
                    </a:r>
                    <a14:m>
                      <m:oMath xmlns:m="http://schemas.openxmlformats.org/officeDocument/2006/math">
                        <m:sSubSup>
                          <m:sSubSupPr>
                            <m:ctrlPr>
                              <a:rPr lang="en-US" sz="1400" i="1">
                                <a:latin typeface="Cambria Math"/>
                                <a:ea typeface="Cambria Math"/>
                              </a:rPr>
                            </m:ctrlPr>
                          </m:sSubSupPr>
                          <m:e>
                            <m:r>
                              <a:rPr lang="en-US" sz="1400" i="1">
                                <a:latin typeface="Cambria Math"/>
                                <a:ea typeface="Cambria Math"/>
                              </a:rPr>
                              <m:t>𝜇</m:t>
                            </m:r>
                          </m:e>
                          <m:sub>
                            <m:r>
                              <a:rPr lang="en-US" sz="1400" b="0" i="1" smtClean="0">
                                <a:latin typeface="Cambria Math"/>
                                <a:ea typeface="Cambria Math"/>
                              </a:rPr>
                              <m:t>𝑆𝑇</m:t>
                            </m:r>
                          </m:sub>
                          <m:sup/>
                        </m:sSubSup>
                      </m:oMath>
                    </a14:m>
                    <a:r>
                      <a:rPr lang="en-US" sz="1400" dirty="0" smtClean="0"/>
                      <a:t>,</a:t>
                    </a:r>
                    <a14:m>
                      <m:oMath xmlns:m="http://schemas.openxmlformats.org/officeDocument/2006/math">
                        <m:sSubSup>
                          <m:sSubSupPr>
                            <m:ctrlPr>
                              <a:rPr lang="en-US" sz="1400" i="1">
                                <a:latin typeface="Cambria Math"/>
                                <a:ea typeface="Cambria Math"/>
                              </a:rPr>
                            </m:ctrlPr>
                          </m:sSubSupPr>
                          <m:e>
                            <m:r>
                              <a:rPr lang="en-US" sz="1400" i="1">
                                <a:latin typeface="Cambria Math"/>
                                <a:ea typeface="Cambria Math"/>
                              </a:rPr>
                              <m:t>𝜇</m:t>
                            </m:r>
                          </m:e>
                          <m:sub>
                            <m:r>
                              <a:rPr lang="en-US" sz="1400" b="0" i="1" smtClean="0">
                                <a:latin typeface="Cambria Math"/>
                                <a:ea typeface="Cambria Math"/>
                              </a:rPr>
                              <m:t>𝐺𝑆𝑅</m:t>
                            </m:r>
                          </m:sub>
                          <m:sup/>
                        </m:sSubSup>
                        <m:r>
                          <a:rPr lang="en-US" sz="1400" b="0" i="1" smtClean="0">
                            <a:latin typeface="Cambria Math"/>
                            <a:ea typeface="Cambria Math"/>
                          </a:rPr>
                          <m:t>,</m:t>
                        </m:r>
                        <m:sSubSup>
                          <m:sSubSupPr>
                            <m:ctrlPr>
                              <a:rPr lang="en-US" sz="1400" i="1">
                                <a:latin typeface="Cambria Math"/>
                                <a:ea typeface="Cambria Math"/>
                              </a:rPr>
                            </m:ctrlPr>
                          </m:sSubSupPr>
                          <m:e>
                            <m:r>
                              <a:rPr lang="en-US" sz="1400" i="1">
                                <a:latin typeface="Cambria Math"/>
                                <a:ea typeface="Cambria Math"/>
                              </a:rPr>
                              <m:t>𝜇</m:t>
                            </m:r>
                          </m:e>
                          <m:sub>
                            <m:r>
                              <a:rPr lang="en-US" sz="1400" b="0" i="1" smtClean="0">
                                <a:latin typeface="Cambria Math"/>
                                <a:ea typeface="Cambria Math"/>
                              </a:rPr>
                              <m:t>𝑉𝑀</m:t>
                            </m:r>
                          </m:sub>
                          <m:sup/>
                        </m:sSubSup>
                        <m:sSubSup>
                          <m:sSubSupPr>
                            <m:ctrlPr>
                              <a:rPr lang="en-US" sz="1400" i="1">
                                <a:latin typeface="Cambria Math"/>
                                <a:ea typeface="Cambria Math"/>
                              </a:rPr>
                            </m:ctrlPr>
                          </m:sSubSupPr>
                          <m:e>
                            <m:r>
                              <a:rPr lang="en-US" sz="1400" b="0" i="1" smtClean="0">
                                <a:latin typeface="Cambria Math"/>
                                <a:ea typeface="Cambria Math"/>
                              </a:rPr>
                              <m:t>, </m:t>
                            </m:r>
                            <m:r>
                              <a:rPr lang="en-US" sz="1400" i="1">
                                <a:latin typeface="Cambria Math"/>
                                <a:ea typeface="Cambria Math"/>
                              </a:rPr>
                              <m:t>𝜇</m:t>
                            </m:r>
                          </m:e>
                          <m:sub>
                            <m:r>
                              <a:rPr lang="en-US" sz="1400" b="0" i="1" smtClean="0">
                                <a:latin typeface="Cambria Math"/>
                                <a:ea typeface="Cambria Math"/>
                              </a:rPr>
                              <m:t>𝑆𝐶</m:t>
                            </m:r>
                          </m:sub>
                          <m:sup/>
                        </m:sSubSup>
                      </m:oMath>
                    </a14:m>
                    <a:endParaRPr lang="en-US" sz="1400" dirty="0"/>
                  </a:p>
                </p:txBody>
              </p:sp>
            </mc:Choice>
            <mc:Fallback xmlns="">
              <p:sp>
                <p:nvSpPr>
                  <p:cNvPr id="28" name="TextBox 27"/>
                  <p:cNvSpPr txBox="1">
                    <a:spLocks noRot="1" noChangeAspect="1" noMove="1" noResize="1" noEditPoints="1" noAdjustHandles="1" noChangeArrowheads="1" noChangeShapeType="1" noTextEdit="1"/>
                  </p:cNvSpPr>
                  <p:nvPr/>
                </p:nvSpPr>
                <p:spPr>
                  <a:xfrm>
                    <a:off x="609601" y="4038600"/>
                    <a:ext cx="3872041" cy="307777"/>
                  </a:xfrm>
                  <a:prstGeom prst="rect">
                    <a:avLst/>
                  </a:prstGeom>
                  <a:blipFill rotWithShape="1">
                    <a:blip r:embed="rId3"/>
                    <a:stretch>
                      <a:fillRect t="-1961" b="-17647"/>
                    </a:stretch>
                  </a:blipFill>
                </p:spPr>
                <p:txBody>
                  <a:bodyPr/>
                  <a:lstStyle/>
                  <a:p>
                    <a:r>
                      <a:rPr lang="en-US">
                        <a:noFill/>
                      </a:rPr>
                      <a:t> </a:t>
                    </a:r>
                  </a:p>
                </p:txBody>
              </p:sp>
            </mc:Fallback>
          </mc:AlternateContent>
        </p:grpSp>
        <p:sp>
          <p:nvSpPr>
            <p:cNvPr id="27" name="Rectangle 26"/>
            <p:cNvSpPr/>
            <p:nvPr/>
          </p:nvSpPr>
          <p:spPr>
            <a:xfrm>
              <a:off x="3462121" y="4762500"/>
              <a:ext cx="2057400" cy="381000"/>
            </a:xfrm>
            <a:prstGeom prst="rect">
              <a:avLst/>
            </a:prstGeom>
            <a:noFill/>
            <a:ln>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solidFill>
                    <a:srgbClr val="000000"/>
                  </a:solidFill>
                </a:rPr>
                <a:t>Feature selection</a:t>
              </a:r>
              <a:endParaRPr lang="en-US" dirty="0">
                <a:solidFill>
                  <a:srgbClr val="000000"/>
                </a:solidFill>
              </a:endParaRPr>
            </a:p>
          </p:txBody>
        </p:sp>
        <p:sp>
          <p:nvSpPr>
            <p:cNvPr id="28" name="CustomShape 17"/>
            <p:cNvSpPr/>
            <p:nvPr/>
          </p:nvSpPr>
          <p:spPr>
            <a:xfrm>
              <a:off x="3462122" y="5372100"/>
              <a:ext cx="2057400" cy="419292"/>
            </a:xfrm>
            <a:prstGeom prst="roundRect">
              <a:avLst>
                <a:gd name="adj" fmla="val 3600"/>
              </a:avLst>
            </a:prstGeom>
            <a:ln w="36000">
              <a:solidFill>
                <a:srgbClr val="00CCCC"/>
              </a:solidFill>
              <a:round/>
            </a:ln>
          </p:spPr>
        </p:sp>
        <mc:AlternateContent xmlns:mc="http://schemas.openxmlformats.org/markup-compatibility/2006" xmlns:a14="http://schemas.microsoft.com/office/drawing/2010/main">
          <mc:Choice Requires="a14">
            <p:sp>
              <p:nvSpPr>
                <p:cNvPr id="29" name="TextBox 28"/>
                <p:cNvSpPr txBox="1"/>
                <p:nvPr/>
              </p:nvSpPr>
              <p:spPr>
                <a:xfrm>
                  <a:off x="3462121" y="5420740"/>
                  <a:ext cx="2057400" cy="312778"/>
                </a:xfrm>
                <a:prstGeom prst="rect">
                  <a:avLst/>
                </a:prstGeom>
                <a:noFill/>
              </p:spPr>
              <p:txBody>
                <a:bodyPr wrap="square" rtlCol="0">
                  <a:spAutoFit/>
                </a:bodyPr>
                <a:lstStyle/>
                <a:p>
                  <a:pPr algn="ctr"/>
                  <a14:m>
                    <m:oMath xmlns:m="http://schemas.openxmlformats.org/officeDocument/2006/math">
                      <m:r>
                        <a:rPr lang="en-US" sz="1400" b="0" i="1" smtClean="0">
                          <a:latin typeface="Cambria Math"/>
                        </a:rPr>
                        <m:t>𝐼𝐶</m:t>
                      </m:r>
                      <m:r>
                        <a:rPr lang="en-US" sz="1400" b="0" i="1" smtClean="0">
                          <a:latin typeface="Cambria Math"/>
                        </a:rPr>
                        <m:t>,</m:t>
                      </m:r>
                    </m:oMath>
                  </a14:m>
                  <a:r>
                    <a:rPr lang="en-US" sz="1400" dirty="0">
                      <a:ea typeface="Cambria Math"/>
                    </a:rPr>
                    <a:t> </a:t>
                  </a:r>
                  <a14:m>
                    <m:oMath xmlns:m="http://schemas.openxmlformats.org/officeDocument/2006/math">
                      <m:sSubSup>
                        <m:sSubSupPr>
                          <m:ctrlPr>
                            <a:rPr lang="en-US" sz="1400" i="1">
                              <a:latin typeface="Cambria Math"/>
                              <a:ea typeface="Cambria Math"/>
                            </a:rPr>
                          </m:ctrlPr>
                        </m:sSubSupPr>
                        <m:e>
                          <m:r>
                            <a:rPr lang="en-US" sz="1400" b="0" i="1" smtClean="0">
                              <a:latin typeface="Cambria Math"/>
                              <a:ea typeface="Cambria Math"/>
                            </a:rPr>
                            <m:t>𝑓</m:t>
                          </m:r>
                        </m:e>
                        <m:sub>
                          <m:r>
                            <a:rPr lang="en-US" sz="1400" b="0" i="1" smtClean="0">
                              <a:latin typeface="Cambria Math"/>
                              <a:ea typeface="Cambria Math"/>
                            </a:rPr>
                            <m:t>1</m:t>
                          </m:r>
                        </m:sub>
                        <m:sup/>
                      </m:sSubSup>
                    </m:oMath>
                  </a14:m>
                  <a:r>
                    <a:rPr lang="en-US" sz="1400" dirty="0" smtClean="0"/>
                    <a:t>,</a:t>
                  </a:r>
                  <a14:m>
                    <m:oMath xmlns:m="http://schemas.openxmlformats.org/officeDocument/2006/math">
                      <m:sSubSup>
                        <m:sSubSupPr>
                          <m:ctrlPr>
                            <a:rPr lang="en-US" sz="1400" i="1" smtClean="0">
                              <a:latin typeface="Cambria Math"/>
                              <a:ea typeface="Cambria Math"/>
                            </a:rPr>
                          </m:ctrlPr>
                        </m:sSubSupPr>
                        <m:e>
                          <m:r>
                            <a:rPr lang="en-US" sz="1400" b="0" i="1" smtClean="0">
                              <a:latin typeface="Cambria Math"/>
                              <a:ea typeface="Cambria Math"/>
                            </a:rPr>
                            <m:t>𝑓</m:t>
                          </m:r>
                        </m:e>
                        <m:sub>
                          <m:r>
                            <a:rPr lang="en-US" sz="1400" b="0" i="1" smtClean="0">
                              <a:latin typeface="Cambria Math"/>
                              <a:ea typeface="Cambria Math"/>
                            </a:rPr>
                            <m:t>2</m:t>
                          </m:r>
                        </m:sub>
                        <m:sup/>
                      </m:sSubSup>
                      <m:r>
                        <a:rPr lang="en-US" sz="1400" b="0" i="1" smtClean="0">
                          <a:latin typeface="Cambria Math"/>
                          <a:ea typeface="Cambria Math"/>
                        </a:rPr>
                        <m:t>,</m:t>
                      </m:r>
                      <m:sSubSup>
                        <m:sSubSupPr>
                          <m:ctrlPr>
                            <a:rPr lang="en-US" sz="1400" i="1">
                              <a:latin typeface="Cambria Math"/>
                              <a:ea typeface="Cambria Math"/>
                            </a:rPr>
                          </m:ctrlPr>
                        </m:sSubSupPr>
                        <m:e>
                          <m:r>
                            <a:rPr lang="en-US" sz="1400" b="0" i="1" smtClean="0">
                              <a:latin typeface="Cambria Math"/>
                              <a:ea typeface="Cambria Math"/>
                            </a:rPr>
                            <m:t>𝑓</m:t>
                          </m:r>
                        </m:e>
                        <m:sub>
                          <m:r>
                            <a:rPr lang="en-US" sz="1400" b="0" i="1" smtClean="0">
                              <a:latin typeface="Cambria Math"/>
                              <a:ea typeface="Cambria Math"/>
                            </a:rPr>
                            <m:t>3</m:t>
                          </m:r>
                        </m:sub>
                        <m:sup/>
                      </m:sSubSup>
                    </m:oMath>
                  </a14:m>
                  <a:endParaRPr lang="en-US" sz="1400" dirty="0"/>
                </a:p>
              </p:txBody>
            </p:sp>
          </mc:Choice>
          <mc:Fallback xmlns="">
            <p:sp>
              <p:nvSpPr>
                <p:cNvPr id="29" name="TextBox 28"/>
                <p:cNvSpPr txBox="1">
                  <a:spLocks noRot="1" noChangeAspect="1" noMove="1" noResize="1" noEditPoints="1" noAdjustHandles="1" noChangeArrowheads="1" noChangeShapeType="1" noTextEdit="1"/>
                </p:cNvSpPr>
                <p:nvPr/>
              </p:nvSpPr>
              <p:spPr>
                <a:xfrm>
                  <a:off x="3462121" y="5420740"/>
                  <a:ext cx="2057400" cy="312778"/>
                </a:xfrm>
                <a:prstGeom prst="rect">
                  <a:avLst/>
                </a:prstGeom>
                <a:blipFill rotWithShape="1">
                  <a:blip r:embed="rId4"/>
                  <a:stretch>
                    <a:fillRect t="-1923" b="-15385"/>
                  </a:stretch>
                </a:blipFill>
              </p:spPr>
              <p:txBody>
                <a:bodyPr/>
                <a:lstStyle/>
                <a:p>
                  <a:r>
                    <a:rPr lang="en-US">
                      <a:noFill/>
                    </a:rPr>
                    <a:t> </a:t>
                  </a:r>
                </a:p>
              </p:txBody>
            </p:sp>
          </mc:Fallback>
        </mc:AlternateContent>
        <p:cxnSp>
          <p:nvCxnSpPr>
            <p:cNvPr id="30" name="Straight Arrow Connector 29"/>
            <p:cNvCxnSpPr>
              <a:endCxn id="27" idx="0"/>
            </p:cNvCxnSpPr>
            <p:nvPr/>
          </p:nvCxnSpPr>
          <p:spPr>
            <a:xfrm>
              <a:off x="4483743" y="4525190"/>
              <a:ext cx="7078" cy="237310"/>
            </a:xfrm>
            <a:prstGeom prst="straightConnector1">
              <a:avLst/>
            </a:prstGeom>
            <a:ln w="22225">
              <a:solidFill>
                <a:srgbClr val="000000"/>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31" name="Straight Arrow Connector 30"/>
            <p:cNvCxnSpPr>
              <a:stCxn id="27" idx="2"/>
              <a:endCxn id="28" idx="0"/>
            </p:cNvCxnSpPr>
            <p:nvPr/>
          </p:nvCxnSpPr>
          <p:spPr>
            <a:xfrm>
              <a:off x="4490821" y="5143500"/>
              <a:ext cx="1" cy="228600"/>
            </a:xfrm>
            <a:prstGeom prst="straightConnector1">
              <a:avLst/>
            </a:prstGeom>
            <a:ln w="22225">
              <a:solidFill>
                <a:srgbClr val="000000"/>
              </a:solidFill>
              <a:tailEnd type="arrow"/>
            </a:ln>
            <a:effectLst/>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100128252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3" name="Group 42"/>
          <p:cNvGrpSpPr>
            <a:grpSpLocks noChangeAspect="1"/>
          </p:cNvGrpSpPr>
          <p:nvPr/>
        </p:nvGrpSpPr>
        <p:grpSpPr>
          <a:xfrm>
            <a:off x="76200" y="1425362"/>
            <a:ext cx="3433752" cy="3603838"/>
            <a:chOff x="1981200" y="71015"/>
            <a:chExt cx="5450400" cy="5720377"/>
          </a:xfrm>
        </p:grpSpPr>
        <p:pic>
          <p:nvPicPr>
            <p:cNvPr id="44" name="Picture 43"/>
            <p:cNvPicPr/>
            <p:nvPr/>
          </p:nvPicPr>
          <p:blipFill>
            <a:blip r:embed="rId2"/>
            <a:stretch>
              <a:fillRect/>
            </a:stretch>
          </p:blipFill>
          <p:spPr>
            <a:xfrm>
              <a:off x="1981200" y="71015"/>
              <a:ext cx="5333400" cy="3998520"/>
            </a:xfrm>
            <a:prstGeom prst="rect">
              <a:avLst/>
            </a:prstGeom>
          </p:spPr>
        </p:pic>
        <p:pic>
          <p:nvPicPr>
            <p:cNvPr id="45" name="Picture 44"/>
            <p:cNvPicPr/>
            <p:nvPr/>
          </p:nvPicPr>
          <p:blipFill>
            <a:blip r:embed="rId2"/>
            <a:stretch>
              <a:fillRect/>
            </a:stretch>
          </p:blipFill>
          <p:spPr>
            <a:xfrm>
              <a:off x="1981200" y="76200"/>
              <a:ext cx="5333400" cy="3998520"/>
            </a:xfrm>
            <a:prstGeom prst="rect">
              <a:avLst/>
            </a:prstGeom>
          </p:spPr>
        </p:pic>
        <p:sp>
          <p:nvSpPr>
            <p:cNvPr id="46" name="CustomShape 6"/>
            <p:cNvSpPr/>
            <p:nvPr/>
          </p:nvSpPr>
          <p:spPr>
            <a:xfrm>
              <a:off x="2096040" y="4074998"/>
              <a:ext cx="406780" cy="419292"/>
            </a:xfrm>
            <a:prstGeom prst="roundRect">
              <a:avLst>
                <a:gd name="adj" fmla="val 3600"/>
              </a:avLst>
            </a:prstGeom>
            <a:ln w="36000">
              <a:solidFill>
                <a:srgbClr val="2323DC"/>
              </a:solidFill>
              <a:round/>
            </a:ln>
          </p:spPr>
        </p:sp>
        <p:sp>
          <p:nvSpPr>
            <p:cNvPr id="47" name="Line 7"/>
            <p:cNvSpPr/>
            <p:nvPr/>
          </p:nvSpPr>
          <p:spPr>
            <a:xfrm flipH="1">
              <a:off x="2502818" y="3276600"/>
              <a:ext cx="1208365" cy="807109"/>
            </a:xfrm>
            <a:prstGeom prst="line">
              <a:avLst/>
            </a:prstGeom>
            <a:ln w="36000">
              <a:solidFill>
                <a:srgbClr val="2300DC"/>
              </a:solidFill>
              <a:round/>
            </a:ln>
          </p:spPr>
        </p:sp>
        <p:sp>
          <p:nvSpPr>
            <p:cNvPr id="48" name="Line 8"/>
            <p:cNvSpPr/>
            <p:nvPr/>
          </p:nvSpPr>
          <p:spPr>
            <a:xfrm flipH="1">
              <a:off x="2106897" y="3276600"/>
              <a:ext cx="1604286" cy="798399"/>
            </a:xfrm>
            <a:prstGeom prst="line">
              <a:avLst/>
            </a:prstGeom>
            <a:ln w="36000">
              <a:solidFill>
                <a:srgbClr val="2300DC"/>
              </a:solidFill>
              <a:round/>
            </a:ln>
          </p:spPr>
        </p:sp>
        <p:sp>
          <p:nvSpPr>
            <p:cNvPr id="49" name="Line 9"/>
            <p:cNvSpPr/>
            <p:nvPr/>
          </p:nvSpPr>
          <p:spPr>
            <a:xfrm flipH="1">
              <a:off x="2502818" y="3276600"/>
              <a:ext cx="1208367" cy="1217690"/>
            </a:xfrm>
            <a:prstGeom prst="line">
              <a:avLst/>
            </a:prstGeom>
            <a:ln w="36000">
              <a:solidFill>
                <a:srgbClr val="2300DC"/>
              </a:solidFill>
              <a:round/>
            </a:ln>
          </p:spPr>
        </p:sp>
        <p:sp>
          <p:nvSpPr>
            <p:cNvPr id="50" name="Line 19"/>
            <p:cNvSpPr/>
            <p:nvPr/>
          </p:nvSpPr>
          <p:spPr>
            <a:xfrm flipH="1">
              <a:off x="2096038" y="3276600"/>
              <a:ext cx="1615148" cy="1217691"/>
            </a:xfrm>
            <a:prstGeom prst="line">
              <a:avLst/>
            </a:prstGeom>
            <a:ln>
              <a:solidFill>
                <a:srgbClr val="2300DC"/>
              </a:solidFill>
              <a:custDash>
                <a:ds d="508000" sp="508000"/>
                <a:ds d="508000" sp="508000"/>
              </a:custDash>
            </a:ln>
          </p:spPr>
        </p:sp>
        <p:sp>
          <p:nvSpPr>
            <p:cNvPr id="51" name="CustomShape 20"/>
            <p:cNvSpPr/>
            <p:nvPr/>
          </p:nvSpPr>
          <p:spPr>
            <a:xfrm>
              <a:off x="7024819" y="4083708"/>
              <a:ext cx="406780" cy="419292"/>
            </a:xfrm>
            <a:prstGeom prst="roundRect">
              <a:avLst>
                <a:gd name="adj" fmla="val 3600"/>
              </a:avLst>
            </a:prstGeom>
            <a:ln w="36000">
              <a:solidFill>
                <a:srgbClr val="FF420E"/>
              </a:solidFill>
              <a:round/>
            </a:ln>
          </p:spPr>
        </p:sp>
        <p:sp>
          <p:nvSpPr>
            <p:cNvPr id="52" name="Line 21"/>
            <p:cNvSpPr/>
            <p:nvPr/>
          </p:nvSpPr>
          <p:spPr>
            <a:xfrm>
              <a:off x="3962400" y="990600"/>
              <a:ext cx="3469199" cy="3101818"/>
            </a:xfrm>
            <a:prstGeom prst="line">
              <a:avLst/>
            </a:prstGeom>
            <a:ln w="36000">
              <a:solidFill>
                <a:srgbClr val="FF420E"/>
              </a:solidFill>
              <a:round/>
            </a:ln>
          </p:spPr>
        </p:sp>
        <p:sp>
          <p:nvSpPr>
            <p:cNvPr id="53" name="Line 22"/>
            <p:cNvSpPr/>
            <p:nvPr/>
          </p:nvSpPr>
          <p:spPr>
            <a:xfrm>
              <a:off x="3962400" y="990600"/>
              <a:ext cx="3062419" cy="3093108"/>
            </a:xfrm>
            <a:prstGeom prst="line">
              <a:avLst/>
            </a:prstGeom>
            <a:ln w="36000">
              <a:solidFill>
                <a:srgbClr val="FF420E"/>
              </a:solidFill>
              <a:round/>
            </a:ln>
          </p:spPr>
        </p:sp>
        <p:sp>
          <p:nvSpPr>
            <p:cNvPr id="54" name="Line 23"/>
            <p:cNvSpPr/>
            <p:nvPr/>
          </p:nvSpPr>
          <p:spPr>
            <a:xfrm>
              <a:off x="3962400" y="990600"/>
              <a:ext cx="3469200" cy="3512400"/>
            </a:xfrm>
            <a:prstGeom prst="line">
              <a:avLst/>
            </a:prstGeom>
            <a:ln>
              <a:solidFill>
                <a:srgbClr val="FF420E"/>
              </a:solidFill>
              <a:prstDash val="dash"/>
            </a:ln>
          </p:spPr>
        </p:sp>
        <p:sp>
          <p:nvSpPr>
            <p:cNvPr id="55" name="Line 24"/>
            <p:cNvSpPr/>
            <p:nvPr/>
          </p:nvSpPr>
          <p:spPr>
            <a:xfrm>
              <a:off x="3962400" y="990600"/>
              <a:ext cx="3062420" cy="3512400"/>
            </a:xfrm>
            <a:prstGeom prst="line">
              <a:avLst/>
            </a:prstGeom>
            <a:ln w="36000">
              <a:solidFill>
                <a:srgbClr val="FF420E"/>
              </a:solidFill>
              <a:round/>
            </a:ln>
          </p:spPr>
        </p:sp>
        <p:sp>
          <p:nvSpPr>
            <p:cNvPr id="56" name="Line 14"/>
            <p:cNvSpPr/>
            <p:nvPr/>
          </p:nvSpPr>
          <p:spPr>
            <a:xfrm>
              <a:off x="3962400" y="1759801"/>
              <a:ext cx="2534200" cy="2323907"/>
            </a:xfrm>
            <a:prstGeom prst="line">
              <a:avLst/>
            </a:prstGeom>
            <a:ln w="36000">
              <a:solidFill>
                <a:srgbClr val="E6FF00"/>
              </a:solidFill>
              <a:round/>
            </a:ln>
          </p:spPr>
        </p:sp>
        <p:sp>
          <p:nvSpPr>
            <p:cNvPr id="57" name="Line 15"/>
            <p:cNvSpPr/>
            <p:nvPr/>
          </p:nvSpPr>
          <p:spPr>
            <a:xfrm>
              <a:off x="3962400" y="1759801"/>
              <a:ext cx="2931141" cy="2743199"/>
            </a:xfrm>
            <a:prstGeom prst="line">
              <a:avLst/>
            </a:prstGeom>
            <a:ln>
              <a:solidFill>
                <a:srgbClr val="E6FF00"/>
              </a:solidFill>
              <a:prstDash val="dash"/>
            </a:ln>
          </p:spPr>
        </p:sp>
        <p:sp>
          <p:nvSpPr>
            <p:cNvPr id="58" name="Line 16"/>
            <p:cNvSpPr/>
            <p:nvPr/>
          </p:nvSpPr>
          <p:spPr>
            <a:xfrm>
              <a:off x="3962400" y="1759801"/>
              <a:ext cx="2534200" cy="2743199"/>
            </a:xfrm>
            <a:prstGeom prst="line">
              <a:avLst/>
            </a:prstGeom>
            <a:ln w="36000">
              <a:solidFill>
                <a:srgbClr val="E6FF00"/>
              </a:solidFill>
              <a:round/>
            </a:ln>
          </p:spPr>
        </p:sp>
        <p:sp>
          <p:nvSpPr>
            <p:cNvPr id="59" name="Line 13"/>
            <p:cNvSpPr/>
            <p:nvPr/>
          </p:nvSpPr>
          <p:spPr>
            <a:xfrm>
              <a:off x="3962400" y="1759801"/>
              <a:ext cx="2940980" cy="2332792"/>
            </a:xfrm>
            <a:prstGeom prst="line">
              <a:avLst/>
            </a:prstGeom>
            <a:ln w="36000">
              <a:solidFill>
                <a:srgbClr val="E6FF00"/>
              </a:solidFill>
              <a:round/>
            </a:ln>
          </p:spPr>
        </p:sp>
        <p:sp>
          <p:nvSpPr>
            <p:cNvPr id="60" name="CustomShape 12"/>
            <p:cNvSpPr/>
            <p:nvPr/>
          </p:nvSpPr>
          <p:spPr>
            <a:xfrm>
              <a:off x="6496600" y="4083708"/>
              <a:ext cx="406780" cy="419292"/>
            </a:xfrm>
            <a:prstGeom prst="roundRect">
              <a:avLst>
                <a:gd name="adj" fmla="val 3600"/>
              </a:avLst>
            </a:prstGeom>
            <a:ln w="36000">
              <a:solidFill>
                <a:srgbClr val="E6FF00"/>
              </a:solidFill>
              <a:round/>
            </a:ln>
          </p:spPr>
        </p:sp>
        <p:grpSp>
          <p:nvGrpSpPr>
            <p:cNvPr id="61" name="Group 60"/>
            <p:cNvGrpSpPr/>
            <p:nvPr/>
          </p:nvGrpSpPr>
          <p:grpSpPr>
            <a:xfrm>
              <a:off x="2554800" y="2507009"/>
              <a:ext cx="3872043" cy="1988719"/>
              <a:chOff x="609600" y="2423609"/>
              <a:chExt cx="3872043" cy="1988719"/>
            </a:xfrm>
          </p:grpSpPr>
          <p:sp>
            <p:nvSpPr>
              <p:cNvPr id="67" name="Line 10"/>
              <p:cNvSpPr/>
              <p:nvPr/>
            </p:nvSpPr>
            <p:spPr>
              <a:xfrm>
                <a:off x="1864801" y="2433058"/>
                <a:ext cx="2616842" cy="1977832"/>
              </a:xfrm>
              <a:prstGeom prst="line">
                <a:avLst/>
              </a:prstGeom>
              <a:ln>
                <a:solidFill>
                  <a:srgbClr val="00CCCC"/>
                </a:solidFill>
                <a:custDash>
                  <a:ds d="508000" sp="508000"/>
                  <a:ds d="508000" sp="508000"/>
                </a:custDash>
              </a:ln>
            </p:spPr>
          </p:sp>
          <p:sp>
            <p:nvSpPr>
              <p:cNvPr id="68" name="Line 11"/>
              <p:cNvSpPr/>
              <p:nvPr/>
            </p:nvSpPr>
            <p:spPr>
              <a:xfrm flipH="1">
                <a:off x="609601" y="2433058"/>
                <a:ext cx="1255199" cy="1977832"/>
              </a:xfrm>
              <a:prstGeom prst="line">
                <a:avLst/>
              </a:prstGeom>
              <a:ln>
                <a:solidFill>
                  <a:srgbClr val="00CCCC"/>
                </a:solidFill>
                <a:custDash>
                  <a:ds d="508000" sp="508000"/>
                  <a:ds d="508000" sp="508000"/>
                </a:custDash>
              </a:ln>
            </p:spPr>
          </p:sp>
          <p:sp>
            <p:nvSpPr>
              <p:cNvPr id="69" name="CustomShape 17"/>
              <p:cNvSpPr/>
              <p:nvPr/>
            </p:nvSpPr>
            <p:spPr>
              <a:xfrm>
                <a:off x="609601" y="3991598"/>
                <a:ext cx="3872041" cy="419292"/>
              </a:xfrm>
              <a:prstGeom prst="roundRect">
                <a:avLst>
                  <a:gd name="adj" fmla="val 3600"/>
                </a:avLst>
              </a:prstGeom>
              <a:ln w="36000">
                <a:solidFill>
                  <a:srgbClr val="00CCCC"/>
                </a:solidFill>
                <a:round/>
              </a:ln>
            </p:spPr>
          </p:sp>
          <p:sp>
            <p:nvSpPr>
              <p:cNvPr id="70" name="Line 18"/>
              <p:cNvSpPr/>
              <p:nvPr/>
            </p:nvSpPr>
            <p:spPr>
              <a:xfrm>
                <a:off x="1864801" y="2433058"/>
                <a:ext cx="2616842" cy="1567250"/>
              </a:xfrm>
              <a:prstGeom prst="line">
                <a:avLst/>
              </a:prstGeom>
              <a:ln w="36000">
                <a:solidFill>
                  <a:srgbClr val="00CCCC"/>
                </a:solidFill>
                <a:round/>
              </a:ln>
            </p:spPr>
          </p:sp>
          <p:sp>
            <p:nvSpPr>
              <p:cNvPr id="71" name="Line 5"/>
              <p:cNvSpPr/>
              <p:nvPr/>
            </p:nvSpPr>
            <p:spPr>
              <a:xfrm flipH="1">
                <a:off x="609600" y="2423609"/>
                <a:ext cx="1255200" cy="1576699"/>
              </a:xfrm>
              <a:prstGeom prst="line">
                <a:avLst/>
              </a:prstGeom>
              <a:ln w="36000">
                <a:solidFill>
                  <a:srgbClr val="00CCCC"/>
                </a:solidFill>
                <a:round/>
              </a:ln>
            </p:spPr>
          </p:sp>
          <mc:AlternateContent xmlns:mc="http://schemas.openxmlformats.org/markup-compatibility/2006" xmlns:a14="http://schemas.microsoft.com/office/drawing/2010/main">
            <mc:Choice Requires="a14">
              <p:sp>
                <p:nvSpPr>
                  <p:cNvPr id="72" name="TextBox 71"/>
                  <p:cNvSpPr txBox="1"/>
                  <p:nvPr/>
                </p:nvSpPr>
                <p:spPr>
                  <a:xfrm>
                    <a:off x="609601" y="4038600"/>
                    <a:ext cx="3872042" cy="373728"/>
                  </a:xfrm>
                  <a:prstGeom prst="rect">
                    <a:avLst/>
                  </a:prstGeom>
                  <a:noFill/>
                </p:spPr>
                <p:txBody>
                  <a:bodyPr wrap="square" rtlCol="0">
                    <a:spAutoFit/>
                  </a:bodyPr>
                  <a:lstStyle/>
                  <a:p>
                    <a:pPr algn="ctr"/>
                    <a14:m>
                      <m:oMath xmlns:m="http://schemas.openxmlformats.org/officeDocument/2006/math">
                        <m:r>
                          <a:rPr lang="en-US" sz="1100" b="0" i="1" smtClean="0">
                            <a:latin typeface="Cambria Math"/>
                          </a:rPr>
                          <m:t>𝐼𝐶</m:t>
                        </m:r>
                        <m:r>
                          <a:rPr lang="en-US" sz="1100" b="0" i="1" smtClean="0">
                            <a:latin typeface="Cambria Math"/>
                          </a:rPr>
                          <m:t>, </m:t>
                        </m:r>
                        <m:r>
                          <a:rPr lang="en-US" sz="1100" i="1" smtClean="0">
                            <a:latin typeface="Cambria Math"/>
                          </a:rPr>
                          <m:t>𝑑</m:t>
                        </m:r>
                      </m:oMath>
                    </a14:m>
                    <a:r>
                      <a:rPr lang="en-US" sz="1100" dirty="0" smtClean="0"/>
                      <a:t>,</a:t>
                    </a:r>
                    <a:r>
                      <a:rPr lang="en-US" sz="1100" dirty="0">
                        <a:ea typeface="Cambria Math"/>
                      </a:rPr>
                      <a:t> </a:t>
                    </a:r>
                    <a14:m>
                      <m:oMath xmlns:m="http://schemas.openxmlformats.org/officeDocument/2006/math">
                        <m:sSubSup>
                          <m:sSubSupPr>
                            <m:ctrlPr>
                              <a:rPr lang="en-US" sz="1100" i="1">
                                <a:latin typeface="Cambria Math"/>
                                <a:ea typeface="Cambria Math"/>
                              </a:rPr>
                            </m:ctrlPr>
                          </m:sSubSupPr>
                          <m:e>
                            <m:r>
                              <a:rPr lang="en-US" sz="1100" i="1">
                                <a:latin typeface="Cambria Math"/>
                                <a:ea typeface="Cambria Math"/>
                              </a:rPr>
                              <m:t>𝜇</m:t>
                            </m:r>
                          </m:e>
                          <m:sub>
                            <m:r>
                              <a:rPr lang="en-US" sz="1100" b="0" i="1" smtClean="0">
                                <a:latin typeface="Cambria Math"/>
                                <a:ea typeface="Cambria Math"/>
                              </a:rPr>
                              <m:t>𝑆𝑇</m:t>
                            </m:r>
                          </m:sub>
                          <m:sup/>
                        </m:sSubSup>
                      </m:oMath>
                    </a14:m>
                    <a:r>
                      <a:rPr lang="en-US" sz="1100" dirty="0" smtClean="0"/>
                      <a:t>,</a:t>
                    </a:r>
                    <a14:m>
                      <m:oMath xmlns:m="http://schemas.openxmlformats.org/officeDocument/2006/math">
                        <m:sSubSup>
                          <m:sSubSupPr>
                            <m:ctrlPr>
                              <a:rPr lang="en-US" sz="1100" i="1">
                                <a:latin typeface="Cambria Math"/>
                                <a:ea typeface="Cambria Math"/>
                              </a:rPr>
                            </m:ctrlPr>
                          </m:sSubSupPr>
                          <m:e>
                            <m:r>
                              <a:rPr lang="en-US" sz="1100" i="1">
                                <a:latin typeface="Cambria Math"/>
                                <a:ea typeface="Cambria Math"/>
                              </a:rPr>
                              <m:t>𝜇</m:t>
                            </m:r>
                          </m:e>
                          <m:sub>
                            <m:r>
                              <a:rPr lang="en-US" sz="1100" b="0" i="1" smtClean="0">
                                <a:latin typeface="Cambria Math"/>
                                <a:ea typeface="Cambria Math"/>
                              </a:rPr>
                              <m:t>𝐺𝑆𝑅</m:t>
                            </m:r>
                          </m:sub>
                          <m:sup/>
                        </m:sSubSup>
                        <m:r>
                          <a:rPr lang="en-US" sz="1100" b="0" i="1" smtClean="0">
                            <a:latin typeface="Cambria Math"/>
                            <a:ea typeface="Cambria Math"/>
                          </a:rPr>
                          <m:t>,</m:t>
                        </m:r>
                        <m:sSubSup>
                          <m:sSubSupPr>
                            <m:ctrlPr>
                              <a:rPr lang="en-US" sz="1100" i="1">
                                <a:latin typeface="Cambria Math"/>
                                <a:ea typeface="Cambria Math"/>
                              </a:rPr>
                            </m:ctrlPr>
                          </m:sSubSupPr>
                          <m:e>
                            <m:r>
                              <a:rPr lang="en-US" sz="1100" i="1">
                                <a:latin typeface="Cambria Math"/>
                                <a:ea typeface="Cambria Math"/>
                              </a:rPr>
                              <m:t>𝜇</m:t>
                            </m:r>
                          </m:e>
                          <m:sub>
                            <m:r>
                              <a:rPr lang="en-US" sz="1100" b="0" i="1" smtClean="0">
                                <a:latin typeface="Cambria Math"/>
                                <a:ea typeface="Cambria Math"/>
                              </a:rPr>
                              <m:t>𝑉𝑀</m:t>
                            </m:r>
                          </m:sub>
                          <m:sup/>
                        </m:sSubSup>
                        <m:sSubSup>
                          <m:sSubSupPr>
                            <m:ctrlPr>
                              <a:rPr lang="en-US" sz="1100" i="1">
                                <a:latin typeface="Cambria Math"/>
                                <a:ea typeface="Cambria Math"/>
                              </a:rPr>
                            </m:ctrlPr>
                          </m:sSubSupPr>
                          <m:e>
                            <m:r>
                              <a:rPr lang="en-US" sz="1100" b="0" i="1" smtClean="0">
                                <a:latin typeface="Cambria Math"/>
                                <a:ea typeface="Cambria Math"/>
                              </a:rPr>
                              <m:t>, </m:t>
                            </m:r>
                            <m:r>
                              <a:rPr lang="en-US" sz="1100" i="1">
                                <a:latin typeface="Cambria Math"/>
                                <a:ea typeface="Cambria Math"/>
                              </a:rPr>
                              <m:t>𝜇</m:t>
                            </m:r>
                          </m:e>
                          <m:sub>
                            <m:r>
                              <a:rPr lang="en-US" sz="1100" b="0" i="1" smtClean="0">
                                <a:latin typeface="Cambria Math"/>
                                <a:ea typeface="Cambria Math"/>
                              </a:rPr>
                              <m:t>𝑆𝐶</m:t>
                            </m:r>
                          </m:sub>
                          <m:sup/>
                        </m:sSubSup>
                      </m:oMath>
                    </a14:m>
                    <a:endParaRPr lang="en-US" sz="1100" dirty="0"/>
                  </a:p>
                </p:txBody>
              </p:sp>
            </mc:Choice>
            <mc:Fallback xmlns="">
              <p:sp>
                <p:nvSpPr>
                  <p:cNvPr id="72" name="TextBox 71"/>
                  <p:cNvSpPr txBox="1">
                    <a:spLocks noRot="1" noChangeAspect="1" noMove="1" noResize="1" noEditPoints="1" noAdjustHandles="1" noChangeArrowheads="1" noChangeShapeType="1" noTextEdit="1"/>
                  </p:cNvSpPr>
                  <p:nvPr/>
                </p:nvSpPr>
                <p:spPr>
                  <a:xfrm>
                    <a:off x="609601" y="4038600"/>
                    <a:ext cx="3872042" cy="373728"/>
                  </a:xfrm>
                  <a:prstGeom prst="rect">
                    <a:avLst/>
                  </a:prstGeom>
                  <a:blipFill rotWithShape="1">
                    <a:blip r:embed="rId3"/>
                    <a:stretch>
                      <a:fillRect b="-28205"/>
                    </a:stretch>
                  </a:blipFill>
                </p:spPr>
                <p:txBody>
                  <a:bodyPr/>
                  <a:lstStyle/>
                  <a:p>
                    <a:r>
                      <a:rPr lang="en-US">
                        <a:noFill/>
                      </a:rPr>
                      <a:t> </a:t>
                    </a:r>
                  </a:p>
                </p:txBody>
              </p:sp>
            </mc:Fallback>
          </mc:AlternateContent>
        </p:grpSp>
        <p:sp>
          <p:nvSpPr>
            <p:cNvPr id="62" name="Rectangle 61"/>
            <p:cNvSpPr/>
            <p:nvPr/>
          </p:nvSpPr>
          <p:spPr>
            <a:xfrm>
              <a:off x="3462121" y="4762500"/>
              <a:ext cx="2057400" cy="381000"/>
            </a:xfrm>
            <a:prstGeom prst="rect">
              <a:avLst/>
            </a:prstGeom>
            <a:noFill/>
            <a:ln>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smtClean="0">
                  <a:solidFill>
                    <a:srgbClr val="000000"/>
                  </a:solidFill>
                </a:rPr>
                <a:t>Feature selection</a:t>
              </a:r>
              <a:endParaRPr lang="en-US" sz="1000" dirty="0">
                <a:solidFill>
                  <a:srgbClr val="000000"/>
                </a:solidFill>
              </a:endParaRPr>
            </a:p>
          </p:txBody>
        </p:sp>
        <p:sp>
          <p:nvSpPr>
            <p:cNvPr id="63" name="CustomShape 17"/>
            <p:cNvSpPr/>
            <p:nvPr/>
          </p:nvSpPr>
          <p:spPr>
            <a:xfrm>
              <a:off x="3462122" y="5372100"/>
              <a:ext cx="2057400" cy="419292"/>
            </a:xfrm>
            <a:prstGeom prst="roundRect">
              <a:avLst>
                <a:gd name="adj" fmla="val 3600"/>
              </a:avLst>
            </a:prstGeom>
            <a:ln w="36000">
              <a:solidFill>
                <a:srgbClr val="00CCCC"/>
              </a:solidFill>
              <a:round/>
            </a:ln>
          </p:spPr>
        </p:sp>
        <mc:AlternateContent xmlns:mc="http://schemas.openxmlformats.org/markup-compatibility/2006" xmlns:a14="http://schemas.microsoft.com/office/drawing/2010/main">
          <mc:Choice Requires="a14">
            <p:sp>
              <p:nvSpPr>
                <p:cNvPr id="64" name="TextBox 63"/>
                <p:cNvSpPr txBox="1"/>
                <p:nvPr/>
              </p:nvSpPr>
              <p:spPr>
                <a:xfrm>
                  <a:off x="3462121" y="5420741"/>
                  <a:ext cx="2057400" cy="351744"/>
                </a:xfrm>
                <a:prstGeom prst="rect">
                  <a:avLst/>
                </a:prstGeom>
                <a:noFill/>
              </p:spPr>
              <p:txBody>
                <a:bodyPr wrap="square" rtlCol="0">
                  <a:spAutoFit/>
                </a:bodyPr>
                <a:lstStyle/>
                <a:p>
                  <a:pPr algn="ctr"/>
                  <a14:m>
                    <m:oMath xmlns:m="http://schemas.openxmlformats.org/officeDocument/2006/math">
                      <m:r>
                        <a:rPr lang="en-US" sz="1000" b="0" i="1" smtClean="0">
                          <a:latin typeface="Cambria Math"/>
                        </a:rPr>
                        <m:t>𝐼𝐶</m:t>
                      </m:r>
                      <m:r>
                        <a:rPr lang="en-US" sz="1000" b="0" i="1" smtClean="0">
                          <a:latin typeface="Cambria Math"/>
                        </a:rPr>
                        <m:t>,</m:t>
                      </m:r>
                    </m:oMath>
                  </a14:m>
                  <a:r>
                    <a:rPr lang="en-US" sz="1000" dirty="0">
                      <a:ea typeface="Cambria Math"/>
                    </a:rPr>
                    <a:t> </a:t>
                  </a:r>
                  <a14:m>
                    <m:oMath xmlns:m="http://schemas.openxmlformats.org/officeDocument/2006/math">
                      <m:sSubSup>
                        <m:sSubSupPr>
                          <m:ctrlPr>
                            <a:rPr lang="en-US" sz="1000" i="1">
                              <a:latin typeface="Cambria Math"/>
                              <a:ea typeface="Cambria Math"/>
                            </a:rPr>
                          </m:ctrlPr>
                        </m:sSubSupPr>
                        <m:e>
                          <m:r>
                            <a:rPr lang="en-US" sz="1000" b="0" i="1" smtClean="0">
                              <a:latin typeface="Cambria Math"/>
                              <a:ea typeface="Cambria Math"/>
                            </a:rPr>
                            <m:t>𝑓</m:t>
                          </m:r>
                        </m:e>
                        <m:sub>
                          <m:r>
                            <a:rPr lang="en-US" sz="1000" b="0" i="1" smtClean="0">
                              <a:latin typeface="Cambria Math"/>
                              <a:ea typeface="Cambria Math"/>
                            </a:rPr>
                            <m:t>1</m:t>
                          </m:r>
                        </m:sub>
                        <m:sup/>
                      </m:sSubSup>
                    </m:oMath>
                  </a14:m>
                  <a:r>
                    <a:rPr lang="en-US" sz="1000" dirty="0" smtClean="0"/>
                    <a:t>,</a:t>
                  </a:r>
                  <a14:m>
                    <m:oMath xmlns:m="http://schemas.openxmlformats.org/officeDocument/2006/math">
                      <m:sSubSup>
                        <m:sSubSupPr>
                          <m:ctrlPr>
                            <a:rPr lang="en-US" sz="1000" i="1" smtClean="0">
                              <a:latin typeface="Cambria Math"/>
                              <a:ea typeface="Cambria Math"/>
                            </a:rPr>
                          </m:ctrlPr>
                        </m:sSubSupPr>
                        <m:e>
                          <m:r>
                            <a:rPr lang="en-US" sz="1000" b="0" i="1" smtClean="0">
                              <a:latin typeface="Cambria Math"/>
                              <a:ea typeface="Cambria Math"/>
                            </a:rPr>
                            <m:t>𝑓</m:t>
                          </m:r>
                        </m:e>
                        <m:sub>
                          <m:r>
                            <a:rPr lang="en-US" sz="1000" b="0" i="1" smtClean="0">
                              <a:latin typeface="Cambria Math"/>
                              <a:ea typeface="Cambria Math"/>
                            </a:rPr>
                            <m:t>2</m:t>
                          </m:r>
                        </m:sub>
                        <m:sup/>
                      </m:sSubSup>
                      <m:r>
                        <a:rPr lang="en-US" sz="1000" b="0" i="1" smtClean="0">
                          <a:latin typeface="Cambria Math"/>
                          <a:ea typeface="Cambria Math"/>
                        </a:rPr>
                        <m:t>,</m:t>
                      </m:r>
                      <m:sSubSup>
                        <m:sSubSupPr>
                          <m:ctrlPr>
                            <a:rPr lang="en-US" sz="1000" i="1">
                              <a:latin typeface="Cambria Math"/>
                              <a:ea typeface="Cambria Math"/>
                            </a:rPr>
                          </m:ctrlPr>
                        </m:sSubSupPr>
                        <m:e>
                          <m:r>
                            <a:rPr lang="en-US" sz="1000" b="0" i="1" smtClean="0">
                              <a:latin typeface="Cambria Math"/>
                              <a:ea typeface="Cambria Math"/>
                            </a:rPr>
                            <m:t>𝑓</m:t>
                          </m:r>
                        </m:e>
                        <m:sub>
                          <m:r>
                            <a:rPr lang="en-US" sz="1000" b="0" i="1" smtClean="0">
                              <a:latin typeface="Cambria Math"/>
                              <a:ea typeface="Cambria Math"/>
                            </a:rPr>
                            <m:t>3</m:t>
                          </m:r>
                        </m:sub>
                        <m:sup/>
                      </m:sSubSup>
                    </m:oMath>
                  </a14:m>
                  <a:endParaRPr lang="en-US" sz="1000" dirty="0"/>
                </a:p>
              </p:txBody>
            </p:sp>
          </mc:Choice>
          <mc:Fallback xmlns="">
            <p:sp>
              <p:nvSpPr>
                <p:cNvPr id="64" name="TextBox 63"/>
                <p:cNvSpPr txBox="1">
                  <a:spLocks noRot="1" noChangeAspect="1" noMove="1" noResize="1" noEditPoints="1" noAdjustHandles="1" noChangeArrowheads="1" noChangeShapeType="1" noTextEdit="1"/>
                </p:cNvSpPr>
                <p:nvPr/>
              </p:nvSpPr>
              <p:spPr>
                <a:xfrm>
                  <a:off x="3462121" y="5420741"/>
                  <a:ext cx="2057400" cy="351744"/>
                </a:xfrm>
                <a:prstGeom prst="rect">
                  <a:avLst/>
                </a:prstGeom>
                <a:blipFill rotWithShape="1">
                  <a:blip r:embed="rId4"/>
                  <a:stretch>
                    <a:fillRect b="-27778"/>
                  </a:stretch>
                </a:blipFill>
              </p:spPr>
              <p:txBody>
                <a:bodyPr/>
                <a:lstStyle/>
                <a:p>
                  <a:r>
                    <a:rPr lang="en-US">
                      <a:noFill/>
                    </a:rPr>
                    <a:t> </a:t>
                  </a:r>
                </a:p>
              </p:txBody>
            </p:sp>
          </mc:Fallback>
        </mc:AlternateContent>
        <p:cxnSp>
          <p:nvCxnSpPr>
            <p:cNvPr id="65" name="Straight Arrow Connector 64"/>
            <p:cNvCxnSpPr>
              <a:endCxn id="62" idx="0"/>
            </p:cNvCxnSpPr>
            <p:nvPr/>
          </p:nvCxnSpPr>
          <p:spPr>
            <a:xfrm>
              <a:off x="4483743" y="4525190"/>
              <a:ext cx="7078" cy="237310"/>
            </a:xfrm>
            <a:prstGeom prst="straightConnector1">
              <a:avLst/>
            </a:prstGeom>
            <a:ln w="22225">
              <a:solidFill>
                <a:srgbClr val="000000"/>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66" name="Straight Arrow Connector 65"/>
            <p:cNvCxnSpPr>
              <a:stCxn id="62" idx="2"/>
              <a:endCxn id="63" idx="0"/>
            </p:cNvCxnSpPr>
            <p:nvPr/>
          </p:nvCxnSpPr>
          <p:spPr>
            <a:xfrm>
              <a:off x="4490821" y="5143500"/>
              <a:ext cx="1" cy="228600"/>
            </a:xfrm>
            <a:prstGeom prst="straightConnector1">
              <a:avLst/>
            </a:prstGeom>
            <a:ln w="22225">
              <a:solidFill>
                <a:srgbClr val="000000"/>
              </a:solidFill>
              <a:tailEnd type="arrow"/>
            </a:ln>
            <a:effectLst/>
          </p:spPr>
          <p:style>
            <a:lnRef idx="2">
              <a:schemeClr val="accent1"/>
            </a:lnRef>
            <a:fillRef idx="0">
              <a:schemeClr val="accent1"/>
            </a:fillRef>
            <a:effectRef idx="1">
              <a:schemeClr val="accent1"/>
            </a:effectRef>
            <a:fontRef idx="minor">
              <a:schemeClr val="tx1"/>
            </a:fontRef>
          </p:style>
        </p:cxnSp>
      </p:grpSp>
      <p:grpSp>
        <p:nvGrpSpPr>
          <p:cNvPr id="7" name="Group 6"/>
          <p:cNvGrpSpPr/>
          <p:nvPr/>
        </p:nvGrpSpPr>
        <p:grpSpPr>
          <a:xfrm>
            <a:off x="5257800" y="1523498"/>
            <a:ext cx="2847975" cy="2857500"/>
            <a:chOff x="4008441" y="1523498"/>
            <a:chExt cx="2847975" cy="2857500"/>
          </a:xfrm>
        </p:grpSpPr>
        <p:pic>
          <p:nvPicPr>
            <p:cNvPr id="3" name="Picture 4" descr="Note Pape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08441" y="1523498"/>
              <a:ext cx="2847975" cy="2857500"/>
            </a:xfrm>
            <a:prstGeom prst="rect">
              <a:avLst/>
            </a:prstGeom>
            <a:noFill/>
            <a:extLst>
              <a:ext uri="{909E8E84-426E-40DD-AFC4-6F175D3DCCD1}">
                <a14:hiddenFill xmlns:a14="http://schemas.microsoft.com/office/drawing/2010/main">
                  <a:solidFill>
                    <a:srgbClr val="FFFFFF"/>
                  </a:solidFill>
                </a14:hiddenFill>
              </a:ext>
            </a:extLst>
          </p:spPr>
        </p:pic>
        <p:grpSp>
          <p:nvGrpSpPr>
            <p:cNvPr id="6" name="Group 5"/>
            <p:cNvGrpSpPr/>
            <p:nvPr/>
          </p:nvGrpSpPr>
          <p:grpSpPr>
            <a:xfrm>
              <a:off x="4343400" y="2089846"/>
              <a:ext cx="2052637" cy="1891200"/>
              <a:chOff x="4343400" y="2089846"/>
              <a:chExt cx="2052637" cy="1891200"/>
            </a:xfrm>
          </p:grpSpPr>
          <p:sp>
            <p:nvSpPr>
              <p:cNvPr id="73" name="CustomShape 6"/>
              <p:cNvSpPr/>
              <p:nvPr/>
            </p:nvSpPr>
            <p:spPr>
              <a:xfrm>
                <a:off x="4419599" y="2089846"/>
                <a:ext cx="256271" cy="264154"/>
              </a:xfrm>
              <a:prstGeom prst="roundRect">
                <a:avLst>
                  <a:gd name="adj" fmla="val 3600"/>
                </a:avLst>
              </a:prstGeom>
              <a:ln w="36000">
                <a:solidFill>
                  <a:srgbClr val="2323DC"/>
                </a:solidFill>
                <a:round/>
              </a:ln>
            </p:spPr>
          </p:sp>
          <p:sp>
            <p:nvSpPr>
              <p:cNvPr id="74" name="CustomShape 12"/>
              <p:cNvSpPr/>
              <p:nvPr/>
            </p:nvSpPr>
            <p:spPr>
              <a:xfrm>
                <a:off x="4748664" y="2089846"/>
                <a:ext cx="256271" cy="264154"/>
              </a:xfrm>
              <a:prstGeom prst="roundRect">
                <a:avLst>
                  <a:gd name="adj" fmla="val 3600"/>
                </a:avLst>
              </a:prstGeom>
              <a:ln w="36000">
                <a:solidFill>
                  <a:srgbClr val="E6FF00"/>
                </a:solidFill>
                <a:round/>
              </a:ln>
            </p:spPr>
          </p:sp>
          <p:sp>
            <p:nvSpPr>
              <p:cNvPr id="75" name="CustomShape 20"/>
              <p:cNvSpPr/>
              <p:nvPr/>
            </p:nvSpPr>
            <p:spPr>
              <a:xfrm>
                <a:off x="5081135" y="2089846"/>
                <a:ext cx="256271" cy="264154"/>
              </a:xfrm>
              <a:prstGeom prst="roundRect">
                <a:avLst>
                  <a:gd name="adj" fmla="val 3600"/>
                </a:avLst>
              </a:prstGeom>
              <a:ln w="36000">
                <a:solidFill>
                  <a:srgbClr val="FF420E"/>
                </a:solidFill>
                <a:round/>
              </a:ln>
            </p:spPr>
          </p:sp>
          <p:sp>
            <p:nvSpPr>
              <p:cNvPr id="86" name="CustomShape 20_"/>
              <p:cNvSpPr/>
              <p:nvPr/>
            </p:nvSpPr>
            <p:spPr>
              <a:xfrm>
                <a:off x="5413606" y="2089846"/>
                <a:ext cx="256271" cy="264154"/>
              </a:xfrm>
              <a:prstGeom prst="roundRect">
                <a:avLst>
                  <a:gd name="adj" fmla="val 3600"/>
                </a:avLst>
              </a:prstGeom>
              <a:ln w="36000">
                <a:solidFill>
                  <a:srgbClr val="FF420E"/>
                </a:solidFill>
                <a:round/>
              </a:ln>
            </p:spPr>
          </p:sp>
          <p:sp>
            <p:nvSpPr>
              <p:cNvPr id="87" name="CustomShape 6_"/>
              <p:cNvSpPr/>
              <p:nvPr/>
            </p:nvSpPr>
            <p:spPr>
              <a:xfrm>
                <a:off x="5740400" y="2089846"/>
                <a:ext cx="256271" cy="264154"/>
              </a:xfrm>
              <a:prstGeom prst="roundRect">
                <a:avLst>
                  <a:gd name="adj" fmla="val 3600"/>
                </a:avLst>
              </a:prstGeom>
              <a:ln w="36000">
                <a:solidFill>
                  <a:srgbClr val="00B0F0"/>
                </a:solidFill>
                <a:round/>
              </a:ln>
            </p:spPr>
          </p:sp>
          <p:sp>
            <p:nvSpPr>
              <p:cNvPr id="88" name="CustomShape 6__"/>
              <p:cNvSpPr/>
              <p:nvPr/>
            </p:nvSpPr>
            <p:spPr>
              <a:xfrm>
                <a:off x="4419599" y="2428471"/>
                <a:ext cx="256271" cy="264154"/>
              </a:xfrm>
              <a:prstGeom prst="roundRect">
                <a:avLst>
                  <a:gd name="adj" fmla="val 3600"/>
                </a:avLst>
              </a:prstGeom>
              <a:ln w="36000">
                <a:solidFill>
                  <a:srgbClr val="00B0F0"/>
                </a:solidFill>
                <a:round/>
              </a:ln>
            </p:spPr>
          </p:sp>
          <p:sp>
            <p:nvSpPr>
              <p:cNvPr id="89" name="CustomShape 12_"/>
              <p:cNvSpPr/>
              <p:nvPr/>
            </p:nvSpPr>
            <p:spPr>
              <a:xfrm>
                <a:off x="4748663" y="2439471"/>
                <a:ext cx="256271" cy="264154"/>
              </a:xfrm>
              <a:prstGeom prst="roundRect">
                <a:avLst>
                  <a:gd name="adj" fmla="val 3600"/>
                </a:avLst>
              </a:prstGeom>
              <a:ln w="36000">
                <a:solidFill>
                  <a:srgbClr val="E6FF00"/>
                </a:solidFill>
                <a:round/>
              </a:ln>
            </p:spPr>
          </p:sp>
          <p:sp>
            <p:nvSpPr>
              <p:cNvPr id="90" name="CustomShape 20__"/>
              <p:cNvSpPr/>
              <p:nvPr/>
            </p:nvSpPr>
            <p:spPr>
              <a:xfrm>
                <a:off x="5083405" y="2420742"/>
                <a:ext cx="256271" cy="264154"/>
              </a:xfrm>
              <a:prstGeom prst="roundRect">
                <a:avLst>
                  <a:gd name="adj" fmla="val 3600"/>
                </a:avLst>
              </a:prstGeom>
              <a:ln w="36000">
                <a:solidFill>
                  <a:srgbClr val="FF420E"/>
                </a:solidFill>
                <a:round/>
              </a:ln>
            </p:spPr>
          </p:sp>
          <p:sp>
            <p:nvSpPr>
              <p:cNvPr id="91" name="CustomShape 6___"/>
              <p:cNvSpPr/>
              <p:nvPr/>
            </p:nvSpPr>
            <p:spPr>
              <a:xfrm>
                <a:off x="5419956" y="2420742"/>
                <a:ext cx="256271" cy="264154"/>
              </a:xfrm>
              <a:prstGeom prst="roundRect">
                <a:avLst>
                  <a:gd name="adj" fmla="val 3600"/>
                </a:avLst>
              </a:prstGeom>
              <a:ln w="36000">
                <a:solidFill>
                  <a:srgbClr val="00B0F0"/>
                </a:solidFill>
                <a:round/>
              </a:ln>
            </p:spPr>
          </p:sp>
          <p:sp>
            <p:nvSpPr>
              <p:cNvPr id="92" name="CustomShape 20___"/>
              <p:cNvSpPr/>
              <p:nvPr/>
            </p:nvSpPr>
            <p:spPr>
              <a:xfrm>
                <a:off x="5740399" y="2420337"/>
                <a:ext cx="256271" cy="264154"/>
              </a:xfrm>
              <a:prstGeom prst="roundRect">
                <a:avLst>
                  <a:gd name="adj" fmla="val 3600"/>
                </a:avLst>
              </a:prstGeom>
              <a:ln w="36000">
                <a:solidFill>
                  <a:srgbClr val="FF420E"/>
                </a:solidFill>
                <a:round/>
              </a:ln>
            </p:spPr>
          </p:sp>
          <p:sp>
            <p:nvSpPr>
              <p:cNvPr id="93" name="CustomShape 6____"/>
              <p:cNvSpPr/>
              <p:nvPr/>
            </p:nvSpPr>
            <p:spPr>
              <a:xfrm>
                <a:off x="4419600" y="2766593"/>
                <a:ext cx="256271" cy="264154"/>
              </a:xfrm>
              <a:prstGeom prst="roundRect">
                <a:avLst>
                  <a:gd name="adj" fmla="val 3600"/>
                </a:avLst>
              </a:prstGeom>
              <a:ln w="36000">
                <a:solidFill>
                  <a:srgbClr val="2323DC"/>
                </a:solidFill>
                <a:round/>
              </a:ln>
            </p:spPr>
          </p:sp>
          <p:sp>
            <p:nvSpPr>
              <p:cNvPr id="102" name="CustomShape 12__"/>
              <p:cNvSpPr/>
              <p:nvPr/>
            </p:nvSpPr>
            <p:spPr>
              <a:xfrm>
                <a:off x="4748665" y="2766593"/>
                <a:ext cx="256271" cy="264154"/>
              </a:xfrm>
              <a:prstGeom prst="roundRect">
                <a:avLst>
                  <a:gd name="adj" fmla="val 3600"/>
                </a:avLst>
              </a:prstGeom>
              <a:ln w="36000">
                <a:solidFill>
                  <a:srgbClr val="E6FF00"/>
                </a:solidFill>
                <a:round/>
              </a:ln>
            </p:spPr>
          </p:sp>
          <p:sp>
            <p:nvSpPr>
              <p:cNvPr id="110" name="CustomShape 20____"/>
              <p:cNvSpPr/>
              <p:nvPr/>
            </p:nvSpPr>
            <p:spPr>
              <a:xfrm>
                <a:off x="5081136" y="2766593"/>
                <a:ext cx="256271" cy="264154"/>
              </a:xfrm>
              <a:prstGeom prst="roundRect">
                <a:avLst>
                  <a:gd name="adj" fmla="val 3600"/>
                </a:avLst>
              </a:prstGeom>
              <a:ln w="36000">
                <a:solidFill>
                  <a:srgbClr val="FF420E"/>
                </a:solidFill>
                <a:round/>
              </a:ln>
            </p:spPr>
          </p:sp>
          <p:sp>
            <p:nvSpPr>
              <p:cNvPr id="111" name="CustomShape 12___"/>
              <p:cNvSpPr/>
              <p:nvPr/>
            </p:nvSpPr>
            <p:spPr>
              <a:xfrm>
                <a:off x="5410200" y="2766593"/>
                <a:ext cx="256271" cy="264154"/>
              </a:xfrm>
              <a:prstGeom prst="roundRect">
                <a:avLst>
                  <a:gd name="adj" fmla="val 3600"/>
                </a:avLst>
              </a:prstGeom>
              <a:ln w="36000">
                <a:solidFill>
                  <a:srgbClr val="E6FF00"/>
                </a:solidFill>
                <a:round/>
              </a:ln>
            </p:spPr>
          </p:sp>
          <p:sp>
            <p:nvSpPr>
              <p:cNvPr id="112" name="CustomShape 20_____"/>
              <p:cNvSpPr/>
              <p:nvPr/>
            </p:nvSpPr>
            <p:spPr>
              <a:xfrm>
                <a:off x="5740188" y="2770860"/>
                <a:ext cx="256271" cy="264154"/>
              </a:xfrm>
              <a:prstGeom prst="roundRect">
                <a:avLst>
                  <a:gd name="adj" fmla="val 3600"/>
                </a:avLst>
              </a:prstGeom>
              <a:ln w="36000">
                <a:solidFill>
                  <a:srgbClr val="FF420E"/>
                </a:solidFill>
                <a:round/>
              </a:ln>
            </p:spPr>
          </p:sp>
          <p:sp>
            <p:nvSpPr>
              <p:cNvPr id="113" name="CustomShape 6_____"/>
              <p:cNvSpPr/>
              <p:nvPr/>
            </p:nvSpPr>
            <p:spPr>
              <a:xfrm>
                <a:off x="4419598" y="3111107"/>
                <a:ext cx="256271" cy="264154"/>
              </a:xfrm>
              <a:prstGeom prst="roundRect">
                <a:avLst>
                  <a:gd name="adj" fmla="val 3600"/>
                </a:avLst>
              </a:prstGeom>
              <a:ln w="36000">
                <a:solidFill>
                  <a:srgbClr val="00B0F0"/>
                </a:solidFill>
                <a:round/>
              </a:ln>
            </p:spPr>
          </p:sp>
          <p:sp>
            <p:nvSpPr>
              <p:cNvPr id="114" name="CustomShape 6______"/>
              <p:cNvSpPr/>
              <p:nvPr/>
            </p:nvSpPr>
            <p:spPr>
              <a:xfrm>
                <a:off x="4748662" y="3111107"/>
                <a:ext cx="256271" cy="264154"/>
              </a:xfrm>
              <a:prstGeom prst="roundRect">
                <a:avLst>
                  <a:gd name="adj" fmla="val 3600"/>
                </a:avLst>
              </a:prstGeom>
              <a:ln w="36000">
                <a:solidFill>
                  <a:srgbClr val="00B0F0"/>
                </a:solidFill>
                <a:round/>
              </a:ln>
            </p:spPr>
          </p:sp>
          <p:sp>
            <p:nvSpPr>
              <p:cNvPr id="115" name="TextBox 114"/>
              <p:cNvSpPr txBox="1"/>
              <p:nvPr/>
            </p:nvSpPr>
            <p:spPr>
              <a:xfrm>
                <a:off x="5029200" y="3030747"/>
                <a:ext cx="1014865" cy="369332"/>
              </a:xfrm>
              <a:prstGeom prst="rect">
                <a:avLst/>
              </a:prstGeom>
              <a:noFill/>
            </p:spPr>
            <p:txBody>
              <a:bodyPr wrap="square" rtlCol="0">
                <a:spAutoFit/>
              </a:bodyPr>
              <a:lstStyle/>
              <a:p>
                <a:r>
                  <a:rPr lang="en-US" dirty="0" smtClean="0"/>
                  <a:t>… … … …</a:t>
                </a:r>
                <a:endParaRPr lang="en-US" dirty="0"/>
              </a:p>
            </p:txBody>
          </p:sp>
          <p:sp>
            <p:nvSpPr>
              <p:cNvPr id="116" name="TextBox 115"/>
              <p:cNvSpPr txBox="1"/>
              <p:nvPr/>
            </p:nvSpPr>
            <p:spPr>
              <a:xfrm>
                <a:off x="4343400" y="3347215"/>
                <a:ext cx="2052637" cy="369332"/>
              </a:xfrm>
              <a:prstGeom prst="rect">
                <a:avLst/>
              </a:prstGeom>
              <a:noFill/>
            </p:spPr>
            <p:txBody>
              <a:bodyPr wrap="square" rtlCol="0">
                <a:spAutoFit/>
              </a:bodyPr>
              <a:lstStyle/>
              <a:p>
                <a:r>
                  <a:rPr lang="en-US" dirty="0" smtClean="0"/>
                  <a:t>… … … … … … … …</a:t>
                </a:r>
                <a:endParaRPr lang="en-US" dirty="0"/>
              </a:p>
            </p:txBody>
          </p:sp>
          <p:sp>
            <p:nvSpPr>
              <p:cNvPr id="124" name="CustomShape 20______"/>
              <p:cNvSpPr/>
              <p:nvPr/>
            </p:nvSpPr>
            <p:spPr>
              <a:xfrm>
                <a:off x="4520064" y="3716892"/>
                <a:ext cx="256271" cy="264154"/>
              </a:xfrm>
              <a:prstGeom prst="roundRect">
                <a:avLst>
                  <a:gd name="adj" fmla="val 3600"/>
                </a:avLst>
              </a:prstGeom>
              <a:ln w="36000">
                <a:solidFill>
                  <a:srgbClr val="FF420E"/>
                </a:solidFill>
                <a:round/>
              </a:ln>
            </p:spPr>
          </p:sp>
          <p:sp>
            <p:nvSpPr>
              <p:cNvPr id="125" name="CustomShape 12____"/>
              <p:cNvSpPr/>
              <p:nvPr/>
            </p:nvSpPr>
            <p:spPr>
              <a:xfrm>
                <a:off x="4901064" y="3716892"/>
                <a:ext cx="256271" cy="264154"/>
              </a:xfrm>
              <a:prstGeom prst="roundRect">
                <a:avLst>
                  <a:gd name="adj" fmla="val 3600"/>
                </a:avLst>
              </a:prstGeom>
              <a:ln w="36000">
                <a:solidFill>
                  <a:srgbClr val="E6FF00"/>
                </a:solidFill>
                <a:round/>
              </a:ln>
            </p:spPr>
          </p:sp>
          <p:sp>
            <p:nvSpPr>
              <p:cNvPr id="126" name="CustomShape 6_______"/>
              <p:cNvSpPr/>
              <p:nvPr/>
            </p:nvSpPr>
            <p:spPr>
              <a:xfrm>
                <a:off x="5261083" y="3712470"/>
                <a:ext cx="256271" cy="264154"/>
              </a:xfrm>
              <a:prstGeom prst="roundRect">
                <a:avLst>
                  <a:gd name="adj" fmla="val 3600"/>
                </a:avLst>
              </a:prstGeom>
              <a:ln w="36000">
                <a:solidFill>
                  <a:srgbClr val="00B0F0"/>
                </a:solidFill>
                <a:round/>
              </a:ln>
            </p:spPr>
          </p:sp>
          <p:sp>
            <p:nvSpPr>
              <p:cNvPr id="127" name="CustomShape 6________"/>
              <p:cNvSpPr/>
              <p:nvPr/>
            </p:nvSpPr>
            <p:spPr>
              <a:xfrm>
                <a:off x="5669754" y="3712470"/>
                <a:ext cx="256271" cy="264154"/>
              </a:xfrm>
              <a:prstGeom prst="roundRect">
                <a:avLst>
                  <a:gd name="adj" fmla="val 3600"/>
                </a:avLst>
              </a:prstGeom>
              <a:ln w="36000">
                <a:solidFill>
                  <a:srgbClr val="00B0F0"/>
                </a:solidFill>
                <a:round/>
              </a:ln>
            </p:spPr>
          </p:sp>
        </p:grpSp>
      </p:grpSp>
    </p:spTree>
    <p:extLst>
      <p:ext uri="{BB962C8B-B14F-4D97-AF65-F5344CB8AC3E}">
        <p14:creationId xmlns:p14="http://schemas.microsoft.com/office/powerpoint/2010/main" val="271574767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p:cNvGrpSpPr/>
          <p:nvPr/>
        </p:nvGrpSpPr>
        <p:grpSpPr>
          <a:xfrm>
            <a:off x="3886200" y="1659147"/>
            <a:ext cx="5019675" cy="2838450"/>
            <a:chOff x="3886200" y="304800"/>
            <a:chExt cx="5019675" cy="2838450"/>
          </a:xfrm>
        </p:grpSpPr>
        <p:pic>
          <p:nvPicPr>
            <p:cNvPr id="1028" name="Picture 4" descr="http://images.clipartpanda.com/book-20clip-20art-di855LndT.jpe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86200" y="304800"/>
              <a:ext cx="5019675" cy="2838450"/>
            </a:xfrm>
            <a:prstGeom prst="rect">
              <a:avLst/>
            </a:prstGeom>
            <a:noFill/>
            <a:extLst>
              <a:ext uri="{909E8E84-426E-40DD-AFC4-6F175D3DCCD1}">
                <a14:hiddenFill xmlns:a14="http://schemas.microsoft.com/office/drawing/2010/main">
                  <a:solidFill>
                    <a:srgbClr val="FFFFFF"/>
                  </a:solidFill>
                </a14:hiddenFill>
              </a:ext>
            </a:extLst>
          </p:spPr>
        </p:pic>
        <p:sp>
          <p:nvSpPr>
            <p:cNvPr id="76" name="CustomShape 6"/>
            <p:cNvSpPr/>
            <p:nvPr/>
          </p:nvSpPr>
          <p:spPr>
            <a:xfrm>
              <a:off x="4419599" y="735499"/>
              <a:ext cx="256271" cy="264154"/>
            </a:xfrm>
            <a:prstGeom prst="roundRect">
              <a:avLst>
                <a:gd name="adj" fmla="val 3600"/>
              </a:avLst>
            </a:prstGeom>
            <a:ln w="36000">
              <a:solidFill>
                <a:srgbClr val="2323DC"/>
              </a:solidFill>
              <a:round/>
            </a:ln>
          </p:spPr>
        </p:sp>
        <p:sp>
          <p:nvSpPr>
            <p:cNvPr id="77" name="CustomShape 12"/>
            <p:cNvSpPr/>
            <p:nvPr/>
          </p:nvSpPr>
          <p:spPr>
            <a:xfrm>
              <a:off x="4748664" y="735499"/>
              <a:ext cx="256271" cy="264154"/>
            </a:xfrm>
            <a:prstGeom prst="roundRect">
              <a:avLst>
                <a:gd name="adj" fmla="val 3600"/>
              </a:avLst>
            </a:prstGeom>
            <a:ln w="36000">
              <a:solidFill>
                <a:srgbClr val="E6FF00"/>
              </a:solidFill>
              <a:round/>
            </a:ln>
          </p:spPr>
        </p:sp>
        <p:sp>
          <p:nvSpPr>
            <p:cNvPr id="78" name="CustomShape 20"/>
            <p:cNvSpPr/>
            <p:nvPr/>
          </p:nvSpPr>
          <p:spPr>
            <a:xfrm>
              <a:off x="5081135" y="735499"/>
              <a:ext cx="256271" cy="264154"/>
            </a:xfrm>
            <a:prstGeom prst="roundRect">
              <a:avLst>
                <a:gd name="adj" fmla="val 3600"/>
              </a:avLst>
            </a:prstGeom>
            <a:ln w="36000">
              <a:solidFill>
                <a:srgbClr val="FF420E"/>
              </a:solidFill>
              <a:round/>
            </a:ln>
          </p:spPr>
        </p:sp>
        <p:sp>
          <p:nvSpPr>
            <p:cNvPr id="79" name="CustomShape 20_"/>
            <p:cNvSpPr/>
            <p:nvPr/>
          </p:nvSpPr>
          <p:spPr>
            <a:xfrm>
              <a:off x="5413606" y="735499"/>
              <a:ext cx="256271" cy="264154"/>
            </a:xfrm>
            <a:prstGeom prst="roundRect">
              <a:avLst>
                <a:gd name="adj" fmla="val 3600"/>
              </a:avLst>
            </a:prstGeom>
            <a:ln w="36000">
              <a:solidFill>
                <a:srgbClr val="FF420E"/>
              </a:solidFill>
              <a:round/>
            </a:ln>
          </p:spPr>
        </p:sp>
        <p:sp>
          <p:nvSpPr>
            <p:cNvPr id="80" name="CustomShape 6_"/>
            <p:cNvSpPr/>
            <p:nvPr/>
          </p:nvSpPr>
          <p:spPr>
            <a:xfrm>
              <a:off x="5740400" y="735499"/>
              <a:ext cx="256271" cy="264154"/>
            </a:xfrm>
            <a:prstGeom prst="roundRect">
              <a:avLst>
                <a:gd name="adj" fmla="val 3600"/>
              </a:avLst>
            </a:prstGeom>
            <a:ln w="36000">
              <a:solidFill>
                <a:srgbClr val="00B0F0"/>
              </a:solidFill>
              <a:round/>
            </a:ln>
          </p:spPr>
        </p:sp>
        <p:sp>
          <p:nvSpPr>
            <p:cNvPr id="81" name="CustomShape 6__"/>
            <p:cNvSpPr/>
            <p:nvPr/>
          </p:nvSpPr>
          <p:spPr>
            <a:xfrm>
              <a:off x="4419599" y="1074124"/>
              <a:ext cx="256271" cy="264154"/>
            </a:xfrm>
            <a:prstGeom prst="roundRect">
              <a:avLst>
                <a:gd name="adj" fmla="val 3600"/>
              </a:avLst>
            </a:prstGeom>
            <a:ln w="36000">
              <a:solidFill>
                <a:srgbClr val="00B0F0"/>
              </a:solidFill>
              <a:round/>
            </a:ln>
          </p:spPr>
        </p:sp>
        <p:sp>
          <p:nvSpPr>
            <p:cNvPr id="82" name="CustomShape 12_"/>
            <p:cNvSpPr/>
            <p:nvPr/>
          </p:nvSpPr>
          <p:spPr>
            <a:xfrm>
              <a:off x="4748663" y="1085124"/>
              <a:ext cx="256271" cy="264154"/>
            </a:xfrm>
            <a:prstGeom prst="roundRect">
              <a:avLst>
                <a:gd name="adj" fmla="val 3600"/>
              </a:avLst>
            </a:prstGeom>
            <a:ln w="36000">
              <a:solidFill>
                <a:srgbClr val="E6FF00"/>
              </a:solidFill>
              <a:round/>
            </a:ln>
          </p:spPr>
        </p:sp>
        <p:sp>
          <p:nvSpPr>
            <p:cNvPr id="83" name="CustomShape 20__"/>
            <p:cNvSpPr/>
            <p:nvPr/>
          </p:nvSpPr>
          <p:spPr>
            <a:xfrm>
              <a:off x="5083405" y="1066395"/>
              <a:ext cx="256271" cy="264154"/>
            </a:xfrm>
            <a:prstGeom prst="roundRect">
              <a:avLst>
                <a:gd name="adj" fmla="val 3600"/>
              </a:avLst>
            </a:prstGeom>
            <a:ln w="36000">
              <a:solidFill>
                <a:srgbClr val="FF420E"/>
              </a:solidFill>
              <a:round/>
            </a:ln>
          </p:spPr>
        </p:sp>
        <p:sp>
          <p:nvSpPr>
            <p:cNvPr id="84" name="CustomShape 6___"/>
            <p:cNvSpPr/>
            <p:nvPr/>
          </p:nvSpPr>
          <p:spPr>
            <a:xfrm>
              <a:off x="5419956" y="1066395"/>
              <a:ext cx="256271" cy="264154"/>
            </a:xfrm>
            <a:prstGeom prst="roundRect">
              <a:avLst>
                <a:gd name="adj" fmla="val 3600"/>
              </a:avLst>
            </a:prstGeom>
            <a:ln w="36000">
              <a:solidFill>
                <a:srgbClr val="00B0F0"/>
              </a:solidFill>
              <a:round/>
            </a:ln>
          </p:spPr>
        </p:sp>
        <p:sp>
          <p:nvSpPr>
            <p:cNvPr id="85" name="CustomShape 20___"/>
            <p:cNvSpPr/>
            <p:nvPr/>
          </p:nvSpPr>
          <p:spPr>
            <a:xfrm>
              <a:off x="5740399" y="1065990"/>
              <a:ext cx="256271" cy="264154"/>
            </a:xfrm>
            <a:prstGeom prst="roundRect">
              <a:avLst>
                <a:gd name="adj" fmla="val 3600"/>
              </a:avLst>
            </a:prstGeom>
            <a:ln w="36000">
              <a:solidFill>
                <a:srgbClr val="FF420E"/>
              </a:solidFill>
              <a:round/>
            </a:ln>
          </p:spPr>
        </p:sp>
        <p:sp>
          <p:nvSpPr>
            <p:cNvPr id="94" name="CustomShape 6____"/>
            <p:cNvSpPr/>
            <p:nvPr/>
          </p:nvSpPr>
          <p:spPr>
            <a:xfrm>
              <a:off x="4419600" y="1412246"/>
              <a:ext cx="256271" cy="264154"/>
            </a:xfrm>
            <a:prstGeom prst="roundRect">
              <a:avLst>
                <a:gd name="adj" fmla="val 3600"/>
              </a:avLst>
            </a:prstGeom>
            <a:ln w="36000">
              <a:solidFill>
                <a:srgbClr val="2323DC"/>
              </a:solidFill>
              <a:round/>
            </a:ln>
          </p:spPr>
        </p:sp>
        <p:sp>
          <p:nvSpPr>
            <p:cNvPr id="95" name="CustomShape 12__"/>
            <p:cNvSpPr/>
            <p:nvPr/>
          </p:nvSpPr>
          <p:spPr>
            <a:xfrm>
              <a:off x="4748665" y="1412246"/>
              <a:ext cx="256271" cy="264154"/>
            </a:xfrm>
            <a:prstGeom prst="roundRect">
              <a:avLst>
                <a:gd name="adj" fmla="val 3600"/>
              </a:avLst>
            </a:prstGeom>
            <a:ln w="36000">
              <a:solidFill>
                <a:srgbClr val="E6FF00"/>
              </a:solidFill>
              <a:round/>
            </a:ln>
          </p:spPr>
        </p:sp>
        <p:sp>
          <p:nvSpPr>
            <p:cNvPr id="96" name="CustomShape 20____"/>
            <p:cNvSpPr/>
            <p:nvPr/>
          </p:nvSpPr>
          <p:spPr>
            <a:xfrm>
              <a:off x="5081136" y="1412246"/>
              <a:ext cx="256271" cy="264154"/>
            </a:xfrm>
            <a:prstGeom prst="roundRect">
              <a:avLst>
                <a:gd name="adj" fmla="val 3600"/>
              </a:avLst>
            </a:prstGeom>
            <a:ln w="36000">
              <a:solidFill>
                <a:srgbClr val="FF420E"/>
              </a:solidFill>
              <a:round/>
            </a:ln>
          </p:spPr>
        </p:sp>
        <p:sp>
          <p:nvSpPr>
            <p:cNvPr id="97" name="CustomShape 12___"/>
            <p:cNvSpPr/>
            <p:nvPr/>
          </p:nvSpPr>
          <p:spPr>
            <a:xfrm>
              <a:off x="5410200" y="1412246"/>
              <a:ext cx="256271" cy="264154"/>
            </a:xfrm>
            <a:prstGeom prst="roundRect">
              <a:avLst>
                <a:gd name="adj" fmla="val 3600"/>
              </a:avLst>
            </a:prstGeom>
            <a:ln w="36000">
              <a:solidFill>
                <a:srgbClr val="E6FF00"/>
              </a:solidFill>
              <a:round/>
            </a:ln>
          </p:spPr>
        </p:sp>
        <p:sp>
          <p:nvSpPr>
            <p:cNvPr id="98" name="CustomShape 20_____"/>
            <p:cNvSpPr/>
            <p:nvPr/>
          </p:nvSpPr>
          <p:spPr>
            <a:xfrm>
              <a:off x="5740188" y="1416513"/>
              <a:ext cx="256271" cy="264154"/>
            </a:xfrm>
            <a:prstGeom prst="roundRect">
              <a:avLst>
                <a:gd name="adj" fmla="val 3600"/>
              </a:avLst>
            </a:prstGeom>
            <a:ln w="36000">
              <a:solidFill>
                <a:srgbClr val="FF420E"/>
              </a:solidFill>
              <a:round/>
            </a:ln>
          </p:spPr>
        </p:sp>
        <p:sp>
          <p:nvSpPr>
            <p:cNvPr id="99" name="CustomShape 6_____"/>
            <p:cNvSpPr/>
            <p:nvPr/>
          </p:nvSpPr>
          <p:spPr>
            <a:xfrm>
              <a:off x="4419598" y="1756760"/>
              <a:ext cx="256271" cy="264154"/>
            </a:xfrm>
            <a:prstGeom prst="roundRect">
              <a:avLst>
                <a:gd name="adj" fmla="val 3600"/>
              </a:avLst>
            </a:prstGeom>
            <a:ln w="36000">
              <a:solidFill>
                <a:srgbClr val="00B0F0"/>
              </a:solidFill>
              <a:round/>
            </a:ln>
          </p:spPr>
        </p:sp>
        <p:sp>
          <p:nvSpPr>
            <p:cNvPr id="100" name="CustomShape 6______"/>
            <p:cNvSpPr/>
            <p:nvPr/>
          </p:nvSpPr>
          <p:spPr>
            <a:xfrm>
              <a:off x="4748662" y="1756760"/>
              <a:ext cx="256271" cy="264154"/>
            </a:xfrm>
            <a:prstGeom prst="roundRect">
              <a:avLst>
                <a:gd name="adj" fmla="val 3600"/>
              </a:avLst>
            </a:prstGeom>
            <a:ln w="36000">
              <a:solidFill>
                <a:srgbClr val="00B0F0"/>
              </a:solidFill>
              <a:round/>
            </a:ln>
          </p:spPr>
        </p:sp>
        <p:sp>
          <p:nvSpPr>
            <p:cNvPr id="4" name="TextBox 3"/>
            <p:cNvSpPr txBox="1"/>
            <p:nvPr/>
          </p:nvSpPr>
          <p:spPr>
            <a:xfrm>
              <a:off x="5029200" y="1676400"/>
              <a:ext cx="1014865" cy="369332"/>
            </a:xfrm>
            <a:prstGeom prst="rect">
              <a:avLst/>
            </a:prstGeom>
            <a:noFill/>
          </p:spPr>
          <p:txBody>
            <a:bodyPr wrap="square" rtlCol="0">
              <a:spAutoFit/>
            </a:bodyPr>
            <a:lstStyle/>
            <a:p>
              <a:r>
                <a:rPr lang="en-US" dirty="0" smtClean="0"/>
                <a:t>… … … …</a:t>
              </a:r>
              <a:endParaRPr lang="en-US" dirty="0"/>
            </a:p>
          </p:txBody>
        </p:sp>
        <p:sp>
          <p:nvSpPr>
            <p:cNvPr id="101" name="TextBox 100"/>
            <p:cNvSpPr txBox="1"/>
            <p:nvPr/>
          </p:nvSpPr>
          <p:spPr>
            <a:xfrm>
              <a:off x="4343400" y="1992868"/>
              <a:ext cx="2052637" cy="369332"/>
            </a:xfrm>
            <a:prstGeom prst="rect">
              <a:avLst/>
            </a:prstGeom>
            <a:noFill/>
          </p:spPr>
          <p:txBody>
            <a:bodyPr wrap="square" rtlCol="0">
              <a:spAutoFit/>
            </a:bodyPr>
            <a:lstStyle/>
            <a:p>
              <a:r>
                <a:rPr lang="en-US" dirty="0" smtClean="0"/>
                <a:t>… … … … … … … …</a:t>
              </a:r>
              <a:endParaRPr lang="en-US" dirty="0"/>
            </a:p>
          </p:txBody>
        </p:sp>
        <p:sp>
          <p:nvSpPr>
            <p:cNvPr id="103" name="TextBox 102"/>
            <p:cNvSpPr txBox="1"/>
            <p:nvPr/>
          </p:nvSpPr>
          <p:spPr>
            <a:xfrm>
              <a:off x="6396037" y="777286"/>
              <a:ext cx="2052637" cy="369332"/>
            </a:xfrm>
            <a:prstGeom prst="rect">
              <a:avLst/>
            </a:prstGeom>
            <a:noFill/>
          </p:spPr>
          <p:txBody>
            <a:bodyPr wrap="square" rtlCol="0">
              <a:spAutoFit/>
            </a:bodyPr>
            <a:lstStyle/>
            <a:p>
              <a:r>
                <a:rPr lang="en-US" dirty="0" smtClean="0"/>
                <a:t>… … … … … … … …</a:t>
              </a:r>
              <a:endParaRPr lang="en-US" dirty="0"/>
            </a:p>
          </p:txBody>
        </p:sp>
        <p:sp>
          <p:nvSpPr>
            <p:cNvPr id="104" name="TextBox 103"/>
            <p:cNvSpPr txBox="1"/>
            <p:nvPr/>
          </p:nvSpPr>
          <p:spPr>
            <a:xfrm>
              <a:off x="6396037" y="1131046"/>
              <a:ext cx="2052637" cy="369332"/>
            </a:xfrm>
            <a:prstGeom prst="rect">
              <a:avLst/>
            </a:prstGeom>
            <a:noFill/>
          </p:spPr>
          <p:txBody>
            <a:bodyPr wrap="square" rtlCol="0">
              <a:spAutoFit/>
            </a:bodyPr>
            <a:lstStyle/>
            <a:p>
              <a:r>
                <a:rPr lang="en-US" dirty="0" smtClean="0"/>
                <a:t>… … … … … … … …</a:t>
              </a:r>
              <a:endParaRPr lang="en-US" dirty="0"/>
            </a:p>
          </p:txBody>
        </p:sp>
        <p:sp>
          <p:nvSpPr>
            <p:cNvPr id="105" name="TextBox 104"/>
            <p:cNvSpPr txBox="1"/>
            <p:nvPr/>
          </p:nvSpPr>
          <p:spPr>
            <a:xfrm>
              <a:off x="6396037" y="1544323"/>
              <a:ext cx="2052637" cy="369332"/>
            </a:xfrm>
            <a:prstGeom prst="rect">
              <a:avLst/>
            </a:prstGeom>
            <a:noFill/>
          </p:spPr>
          <p:txBody>
            <a:bodyPr wrap="square" rtlCol="0">
              <a:spAutoFit/>
            </a:bodyPr>
            <a:lstStyle/>
            <a:p>
              <a:r>
                <a:rPr lang="en-US" dirty="0" smtClean="0"/>
                <a:t>… … … … … … … …</a:t>
              </a:r>
              <a:endParaRPr lang="en-US" dirty="0"/>
            </a:p>
          </p:txBody>
        </p:sp>
        <p:sp>
          <p:nvSpPr>
            <p:cNvPr id="106" name="CustomShape 20______"/>
            <p:cNvSpPr/>
            <p:nvPr/>
          </p:nvSpPr>
          <p:spPr>
            <a:xfrm>
              <a:off x="6553200" y="1973251"/>
              <a:ext cx="256271" cy="264154"/>
            </a:xfrm>
            <a:prstGeom prst="roundRect">
              <a:avLst>
                <a:gd name="adj" fmla="val 3600"/>
              </a:avLst>
            </a:prstGeom>
            <a:ln w="36000">
              <a:solidFill>
                <a:srgbClr val="FF420E"/>
              </a:solidFill>
              <a:round/>
            </a:ln>
          </p:spPr>
        </p:sp>
        <p:sp>
          <p:nvSpPr>
            <p:cNvPr id="107" name="CustomShape 12____"/>
            <p:cNvSpPr/>
            <p:nvPr/>
          </p:nvSpPr>
          <p:spPr>
            <a:xfrm>
              <a:off x="6934200" y="1973251"/>
              <a:ext cx="256271" cy="264154"/>
            </a:xfrm>
            <a:prstGeom prst="roundRect">
              <a:avLst>
                <a:gd name="adj" fmla="val 3600"/>
              </a:avLst>
            </a:prstGeom>
            <a:ln w="36000">
              <a:solidFill>
                <a:srgbClr val="E6FF00"/>
              </a:solidFill>
              <a:round/>
            </a:ln>
          </p:spPr>
        </p:sp>
        <p:sp>
          <p:nvSpPr>
            <p:cNvPr id="108" name="CustomShape 6_______"/>
            <p:cNvSpPr/>
            <p:nvPr/>
          </p:nvSpPr>
          <p:spPr>
            <a:xfrm>
              <a:off x="7294219" y="1968829"/>
              <a:ext cx="256271" cy="264154"/>
            </a:xfrm>
            <a:prstGeom prst="roundRect">
              <a:avLst>
                <a:gd name="adj" fmla="val 3600"/>
              </a:avLst>
            </a:prstGeom>
            <a:ln w="36000">
              <a:solidFill>
                <a:srgbClr val="00B0F0"/>
              </a:solidFill>
              <a:round/>
            </a:ln>
          </p:spPr>
        </p:sp>
        <p:sp>
          <p:nvSpPr>
            <p:cNvPr id="109" name="CustomShape 6________"/>
            <p:cNvSpPr/>
            <p:nvPr/>
          </p:nvSpPr>
          <p:spPr>
            <a:xfrm>
              <a:off x="7702890" y="1968829"/>
              <a:ext cx="256271" cy="264154"/>
            </a:xfrm>
            <a:prstGeom prst="roundRect">
              <a:avLst>
                <a:gd name="adj" fmla="val 3600"/>
              </a:avLst>
            </a:prstGeom>
            <a:ln w="36000">
              <a:solidFill>
                <a:srgbClr val="00B0F0"/>
              </a:solidFill>
              <a:round/>
            </a:ln>
          </p:spPr>
        </p:sp>
      </p:grpSp>
      <p:sp>
        <p:nvSpPr>
          <p:cNvPr id="2" name="TextBox 1"/>
          <p:cNvSpPr txBox="1"/>
          <p:nvPr/>
        </p:nvSpPr>
        <p:spPr>
          <a:xfrm>
            <a:off x="4114800" y="5181600"/>
            <a:ext cx="4876800" cy="646331"/>
          </a:xfrm>
          <a:prstGeom prst="rect">
            <a:avLst/>
          </a:prstGeom>
          <a:noFill/>
        </p:spPr>
        <p:txBody>
          <a:bodyPr wrap="square" rtlCol="0">
            <a:spAutoFit/>
          </a:bodyPr>
          <a:lstStyle/>
          <a:p>
            <a:r>
              <a:rPr lang="en-US" dirty="0" smtClean="0"/>
              <a:t>What are the topics present in the set of documents? </a:t>
            </a:r>
          </a:p>
        </p:txBody>
      </p:sp>
      <p:grpSp>
        <p:nvGrpSpPr>
          <p:cNvPr id="74" name="Group 73"/>
          <p:cNvGrpSpPr/>
          <p:nvPr/>
        </p:nvGrpSpPr>
        <p:grpSpPr>
          <a:xfrm>
            <a:off x="457200" y="1676400"/>
            <a:ext cx="2847975" cy="2857500"/>
            <a:chOff x="4008441" y="1523498"/>
            <a:chExt cx="2847975" cy="2857500"/>
          </a:xfrm>
        </p:grpSpPr>
        <p:pic>
          <p:nvPicPr>
            <p:cNvPr id="75" name="Picture 4" descr="Note Pap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08441" y="1523498"/>
              <a:ext cx="2847975" cy="2857500"/>
            </a:xfrm>
            <a:prstGeom prst="rect">
              <a:avLst/>
            </a:prstGeom>
            <a:noFill/>
            <a:extLst>
              <a:ext uri="{909E8E84-426E-40DD-AFC4-6F175D3DCCD1}">
                <a14:hiddenFill xmlns:a14="http://schemas.microsoft.com/office/drawing/2010/main">
                  <a:solidFill>
                    <a:srgbClr val="FFFFFF"/>
                  </a:solidFill>
                </a14:hiddenFill>
              </a:ext>
            </a:extLst>
          </p:spPr>
        </p:pic>
        <p:grpSp>
          <p:nvGrpSpPr>
            <p:cNvPr id="86" name="Group 85"/>
            <p:cNvGrpSpPr/>
            <p:nvPr/>
          </p:nvGrpSpPr>
          <p:grpSpPr>
            <a:xfrm>
              <a:off x="4343400" y="2089846"/>
              <a:ext cx="2052637" cy="1891200"/>
              <a:chOff x="4343400" y="2089846"/>
              <a:chExt cx="2052637" cy="1891200"/>
            </a:xfrm>
          </p:grpSpPr>
          <p:sp>
            <p:nvSpPr>
              <p:cNvPr id="87" name="CustomShape 6"/>
              <p:cNvSpPr/>
              <p:nvPr/>
            </p:nvSpPr>
            <p:spPr>
              <a:xfrm>
                <a:off x="4419599" y="2089846"/>
                <a:ext cx="256271" cy="264154"/>
              </a:xfrm>
              <a:prstGeom prst="roundRect">
                <a:avLst>
                  <a:gd name="adj" fmla="val 3600"/>
                </a:avLst>
              </a:prstGeom>
              <a:ln w="36000">
                <a:solidFill>
                  <a:srgbClr val="2323DC"/>
                </a:solidFill>
                <a:round/>
              </a:ln>
            </p:spPr>
          </p:sp>
          <p:sp>
            <p:nvSpPr>
              <p:cNvPr id="88" name="CustomShape 12"/>
              <p:cNvSpPr/>
              <p:nvPr/>
            </p:nvSpPr>
            <p:spPr>
              <a:xfrm>
                <a:off x="4748664" y="2089846"/>
                <a:ext cx="256271" cy="264154"/>
              </a:xfrm>
              <a:prstGeom prst="roundRect">
                <a:avLst>
                  <a:gd name="adj" fmla="val 3600"/>
                </a:avLst>
              </a:prstGeom>
              <a:ln w="36000">
                <a:solidFill>
                  <a:srgbClr val="E6FF00"/>
                </a:solidFill>
                <a:round/>
              </a:ln>
            </p:spPr>
          </p:sp>
          <p:sp>
            <p:nvSpPr>
              <p:cNvPr id="89" name="CustomShape 20"/>
              <p:cNvSpPr/>
              <p:nvPr/>
            </p:nvSpPr>
            <p:spPr>
              <a:xfrm>
                <a:off x="5081135" y="2089846"/>
                <a:ext cx="256271" cy="264154"/>
              </a:xfrm>
              <a:prstGeom prst="roundRect">
                <a:avLst>
                  <a:gd name="adj" fmla="val 3600"/>
                </a:avLst>
              </a:prstGeom>
              <a:ln w="36000">
                <a:solidFill>
                  <a:srgbClr val="FF420E"/>
                </a:solidFill>
                <a:round/>
              </a:ln>
            </p:spPr>
          </p:sp>
          <p:sp>
            <p:nvSpPr>
              <p:cNvPr id="90" name="CustomShape 20_"/>
              <p:cNvSpPr/>
              <p:nvPr/>
            </p:nvSpPr>
            <p:spPr>
              <a:xfrm>
                <a:off x="5413606" y="2089846"/>
                <a:ext cx="256271" cy="264154"/>
              </a:xfrm>
              <a:prstGeom prst="roundRect">
                <a:avLst>
                  <a:gd name="adj" fmla="val 3600"/>
                </a:avLst>
              </a:prstGeom>
              <a:ln w="36000">
                <a:solidFill>
                  <a:srgbClr val="FF420E"/>
                </a:solidFill>
                <a:round/>
              </a:ln>
            </p:spPr>
          </p:sp>
          <p:sp>
            <p:nvSpPr>
              <p:cNvPr id="91" name="CustomShape 6_"/>
              <p:cNvSpPr/>
              <p:nvPr/>
            </p:nvSpPr>
            <p:spPr>
              <a:xfrm>
                <a:off x="5740400" y="2089846"/>
                <a:ext cx="256271" cy="264154"/>
              </a:xfrm>
              <a:prstGeom prst="roundRect">
                <a:avLst>
                  <a:gd name="adj" fmla="val 3600"/>
                </a:avLst>
              </a:prstGeom>
              <a:ln w="36000">
                <a:solidFill>
                  <a:srgbClr val="00B0F0"/>
                </a:solidFill>
                <a:round/>
              </a:ln>
            </p:spPr>
          </p:sp>
          <p:sp>
            <p:nvSpPr>
              <p:cNvPr id="92" name="CustomShape 6__"/>
              <p:cNvSpPr/>
              <p:nvPr/>
            </p:nvSpPr>
            <p:spPr>
              <a:xfrm>
                <a:off x="4419599" y="2428471"/>
                <a:ext cx="256271" cy="264154"/>
              </a:xfrm>
              <a:prstGeom prst="roundRect">
                <a:avLst>
                  <a:gd name="adj" fmla="val 3600"/>
                </a:avLst>
              </a:prstGeom>
              <a:ln w="36000">
                <a:solidFill>
                  <a:srgbClr val="00B0F0"/>
                </a:solidFill>
                <a:round/>
              </a:ln>
            </p:spPr>
          </p:sp>
          <p:sp>
            <p:nvSpPr>
              <p:cNvPr id="93" name="CustomShape 12_"/>
              <p:cNvSpPr/>
              <p:nvPr/>
            </p:nvSpPr>
            <p:spPr>
              <a:xfrm>
                <a:off x="4748663" y="2439471"/>
                <a:ext cx="256271" cy="264154"/>
              </a:xfrm>
              <a:prstGeom prst="roundRect">
                <a:avLst>
                  <a:gd name="adj" fmla="val 3600"/>
                </a:avLst>
              </a:prstGeom>
              <a:ln w="36000">
                <a:solidFill>
                  <a:srgbClr val="E6FF00"/>
                </a:solidFill>
                <a:round/>
              </a:ln>
            </p:spPr>
          </p:sp>
          <p:sp>
            <p:nvSpPr>
              <p:cNvPr id="102" name="CustomShape 20__"/>
              <p:cNvSpPr/>
              <p:nvPr/>
            </p:nvSpPr>
            <p:spPr>
              <a:xfrm>
                <a:off x="5083405" y="2420742"/>
                <a:ext cx="256271" cy="264154"/>
              </a:xfrm>
              <a:prstGeom prst="roundRect">
                <a:avLst>
                  <a:gd name="adj" fmla="val 3600"/>
                </a:avLst>
              </a:prstGeom>
              <a:ln w="36000">
                <a:solidFill>
                  <a:srgbClr val="FF420E"/>
                </a:solidFill>
                <a:round/>
              </a:ln>
            </p:spPr>
          </p:sp>
          <p:sp>
            <p:nvSpPr>
              <p:cNvPr id="110" name="CustomShape 6___"/>
              <p:cNvSpPr/>
              <p:nvPr/>
            </p:nvSpPr>
            <p:spPr>
              <a:xfrm>
                <a:off x="5419956" y="2420742"/>
                <a:ext cx="256271" cy="264154"/>
              </a:xfrm>
              <a:prstGeom prst="roundRect">
                <a:avLst>
                  <a:gd name="adj" fmla="val 3600"/>
                </a:avLst>
              </a:prstGeom>
              <a:ln w="36000">
                <a:solidFill>
                  <a:srgbClr val="00B0F0"/>
                </a:solidFill>
                <a:round/>
              </a:ln>
            </p:spPr>
          </p:sp>
          <p:sp>
            <p:nvSpPr>
              <p:cNvPr id="111" name="CustomShape 20___"/>
              <p:cNvSpPr/>
              <p:nvPr/>
            </p:nvSpPr>
            <p:spPr>
              <a:xfrm>
                <a:off x="5740399" y="2420337"/>
                <a:ext cx="256271" cy="264154"/>
              </a:xfrm>
              <a:prstGeom prst="roundRect">
                <a:avLst>
                  <a:gd name="adj" fmla="val 3600"/>
                </a:avLst>
              </a:prstGeom>
              <a:ln w="36000">
                <a:solidFill>
                  <a:srgbClr val="FF420E"/>
                </a:solidFill>
                <a:round/>
              </a:ln>
            </p:spPr>
          </p:sp>
          <p:sp>
            <p:nvSpPr>
              <p:cNvPr id="112" name="CustomShape 6____"/>
              <p:cNvSpPr/>
              <p:nvPr/>
            </p:nvSpPr>
            <p:spPr>
              <a:xfrm>
                <a:off x="4419600" y="2766593"/>
                <a:ext cx="256271" cy="264154"/>
              </a:xfrm>
              <a:prstGeom prst="roundRect">
                <a:avLst>
                  <a:gd name="adj" fmla="val 3600"/>
                </a:avLst>
              </a:prstGeom>
              <a:ln w="36000">
                <a:solidFill>
                  <a:srgbClr val="2323DC"/>
                </a:solidFill>
                <a:round/>
              </a:ln>
            </p:spPr>
          </p:sp>
          <p:sp>
            <p:nvSpPr>
              <p:cNvPr id="113" name="CustomShape 12__"/>
              <p:cNvSpPr/>
              <p:nvPr/>
            </p:nvSpPr>
            <p:spPr>
              <a:xfrm>
                <a:off x="4748665" y="2766593"/>
                <a:ext cx="256271" cy="264154"/>
              </a:xfrm>
              <a:prstGeom prst="roundRect">
                <a:avLst>
                  <a:gd name="adj" fmla="val 3600"/>
                </a:avLst>
              </a:prstGeom>
              <a:ln w="36000">
                <a:solidFill>
                  <a:srgbClr val="E6FF00"/>
                </a:solidFill>
                <a:round/>
              </a:ln>
            </p:spPr>
          </p:sp>
          <p:sp>
            <p:nvSpPr>
              <p:cNvPr id="114" name="CustomShape 20____"/>
              <p:cNvSpPr/>
              <p:nvPr/>
            </p:nvSpPr>
            <p:spPr>
              <a:xfrm>
                <a:off x="5081136" y="2766593"/>
                <a:ext cx="256271" cy="264154"/>
              </a:xfrm>
              <a:prstGeom prst="roundRect">
                <a:avLst>
                  <a:gd name="adj" fmla="val 3600"/>
                </a:avLst>
              </a:prstGeom>
              <a:ln w="36000">
                <a:solidFill>
                  <a:srgbClr val="FF420E"/>
                </a:solidFill>
                <a:round/>
              </a:ln>
            </p:spPr>
          </p:sp>
          <p:sp>
            <p:nvSpPr>
              <p:cNvPr id="115" name="CustomShape 12___"/>
              <p:cNvSpPr/>
              <p:nvPr/>
            </p:nvSpPr>
            <p:spPr>
              <a:xfrm>
                <a:off x="5410200" y="2766593"/>
                <a:ext cx="256271" cy="264154"/>
              </a:xfrm>
              <a:prstGeom prst="roundRect">
                <a:avLst>
                  <a:gd name="adj" fmla="val 3600"/>
                </a:avLst>
              </a:prstGeom>
              <a:ln w="36000">
                <a:solidFill>
                  <a:srgbClr val="E6FF00"/>
                </a:solidFill>
                <a:round/>
              </a:ln>
            </p:spPr>
          </p:sp>
          <p:sp>
            <p:nvSpPr>
              <p:cNvPr id="116" name="CustomShape 20_____"/>
              <p:cNvSpPr/>
              <p:nvPr/>
            </p:nvSpPr>
            <p:spPr>
              <a:xfrm>
                <a:off x="5740188" y="2770860"/>
                <a:ext cx="256271" cy="264154"/>
              </a:xfrm>
              <a:prstGeom prst="roundRect">
                <a:avLst>
                  <a:gd name="adj" fmla="val 3600"/>
                </a:avLst>
              </a:prstGeom>
              <a:ln w="36000">
                <a:solidFill>
                  <a:srgbClr val="FF420E"/>
                </a:solidFill>
                <a:round/>
              </a:ln>
            </p:spPr>
          </p:sp>
          <p:sp>
            <p:nvSpPr>
              <p:cNvPr id="117" name="CustomShape 6_____"/>
              <p:cNvSpPr/>
              <p:nvPr/>
            </p:nvSpPr>
            <p:spPr>
              <a:xfrm>
                <a:off x="4419598" y="3111107"/>
                <a:ext cx="256271" cy="264154"/>
              </a:xfrm>
              <a:prstGeom prst="roundRect">
                <a:avLst>
                  <a:gd name="adj" fmla="val 3600"/>
                </a:avLst>
              </a:prstGeom>
              <a:ln w="36000">
                <a:solidFill>
                  <a:srgbClr val="00B0F0"/>
                </a:solidFill>
                <a:round/>
              </a:ln>
            </p:spPr>
          </p:sp>
          <p:sp>
            <p:nvSpPr>
              <p:cNvPr id="118" name="CustomShape 6______"/>
              <p:cNvSpPr/>
              <p:nvPr/>
            </p:nvSpPr>
            <p:spPr>
              <a:xfrm>
                <a:off x="4748662" y="3111107"/>
                <a:ext cx="256271" cy="264154"/>
              </a:xfrm>
              <a:prstGeom prst="roundRect">
                <a:avLst>
                  <a:gd name="adj" fmla="val 3600"/>
                </a:avLst>
              </a:prstGeom>
              <a:ln w="36000">
                <a:solidFill>
                  <a:srgbClr val="00B0F0"/>
                </a:solidFill>
                <a:round/>
              </a:ln>
            </p:spPr>
          </p:sp>
          <p:sp>
            <p:nvSpPr>
              <p:cNvPr id="119" name="TextBox 118"/>
              <p:cNvSpPr txBox="1"/>
              <p:nvPr/>
            </p:nvSpPr>
            <p:spPr>
              <a:xfrm>
                <a:off x="5029200" y="3030747"/>
                <a:ext cx="1014865" cy="369332"/>
              </a:xfrm>
              <a:prstGeom prst="rect">
                <a:avLst/>
              </a:prstGeom>
              <a:noFill/>
            </p:spPr>
            <p:txBody>
              <a:bodyPr wrap="square" rtlCol="0">
                <a:spAutoFit/>
              </a:bodyPr>
              <a:lstStyle/>
              <a:p>
                <a:r>
                  <a:rPr lang="en-US" dirty="0" smtClean="0"/>
                  <a:t>… … … …</a:t>
                </a:r>
                <a:endParaRPr lang="en-US" dirty="0"/>
              </a:p>
            </p:txBody>
          </p:sp>
          <p:sp>
            <p:nvSpPr>
              <p:cNvPr id="120" name="TextBox 119"/>
              <p:cNvSpPr txBox="1"/>
              <p:nvPr/>
            </p:nvSpPr>
            <p:spPr>
              <a:xfrm>
                <a:off x="4343400" y="3347215"/>
                <a:ext cx="2052637" cy="369332"/>
              </a:xfrm>
              <a:prstGeom prst="rect">
                <a:avLst/>
              </a:prstGeom>
              <a:noFill/>
            </p:spPr>
            <p:txBody>
              <a:bodyPr wrap="square" rtlCol="0">
                <a:spAutoFit/>
              </a:bodyPr>
              <a:lstStyle/>
              <a:p>
                <a:r>
                  <a:rPr lang="en-US" dirty="0" smtClean="0"/>
                  <a:t>… … … … … … … …</a:t>
                </a:r>
                <a:endParaRPr lang="en-US" dirty="0"/>
              </a:p>
            </p:txBody>
          </p:sp>
          <p:sp>
            <p:nvSpPr>
              <p:cNvPr id="121" name="CustomShape 20______"/>
              <p:cNvSpPr/>
              <p:nvPr/>
            </p:nvSpPr>
            <p:spPr>
              <a:xfrm>
                <a:off x="4520064" y="3716892"/>
                <a:ext cx="256271" cy="264154"/>
              </a:xfrm>
              <a:prstGeom prst="roundRect">
                <a:avLst>
                  <a:gd name="adj" fmla="val 3600"/>
                </a:avLst>
              </a:prstGeom>
              <a:ln w="36000">
                <a:solidFill>
                  <a:srgbClr val="FF420E"/>
                </a:solidFill>
                <a:round/>
              </a:ln>
            </p:spPr>
          </p:sp>
          <p:sp>
            <p:nvSpPr>
              <p:cNvPr id="122" name="CustomShape 12____"/>
              <p:cNvSpPr/>
              <p:nvPr/>
            </p:nvSpPr>
            <p:spPr>
              <a:xfrm>
                <a:off x="4901064" y="3716892"/>
                <a:ext cx="256271" cy="264154"/>
              </a:xfrm>
              <a:prstGeom prst="roundRect">
                <a:avLst>
                  <a:gd name="adj" fmla="val 3600"/>
                </a:avLst>
              </a:prstGeom>
              <a:ln w="36000">
                <a:solidFill>
                  <a:srgbClr val="E6FF00"/>
                </a:solidFill>
                <a:round/>
              </a:ln>
            </p:spPr>
          </p:sp>
          <p:sp>
            <p:nvSpPr>
              <p:cNvPr id="123" name="CustomShape 6_______"/>
              <p:cNvSpPr/>
              <p:nvPr/>
            </p:nvSpPr>
            <p:spPr>
              <a:xfrm>
                <a:off x="5261083" y="3712470"/>
                <a:ext cx="256271" cy="264154"/>
              </a:xfrm>
              <a:prstGeom prst="roundRect">
                <a:avLst>
                  <a:gd name="adj" fmla="val 3600"/>
                </a:avLst>
              </a:prstGeom>
              <a:ln w="36000">
                <a:solidFill>
                  <a:srgbClr val="00B0F0"/>
                </a:solidFill>
                <a:round/>
              </a:ln>
            </p:spPr>
          </p:sp>
          <p:sp>
            <p:nvSpPr>
              <p:cNvPr id="124" name="CustomShape 6________"/>
              <p:cNvSpPr/>
              <p:nvPr/>
            </p:nvSpPr>
            <p:spPr>
              <a:xfrm>
                <a:off x="5669754" y="3712470"/>
                <a:ext cx="256271" cy="264154"/>
              </a:xfrm>
              <a:prstGeom prst="roundRect">
                <a:avLst>
                  <a:gd name="adj" fmla="val 3600"/>
                </a:avLst>
              </a:prstGeom>
              <a:ln w="36000">
                <a:solidFill>
                  <a:srgbClr val="00B0F0"/>
                </a:solidFill>
                <a:round/>
              </a:ln>
            </p:spPr>
          </p:sp>
        </p:grpSp>
      </p:grpSp>
    </p:spTree>
    <p:extLst>
      <p:ext uri="{BB962C8B-B14F-4D97-AF65-F5344CB8AC3E}">
        <p14:creationId xmlns:p14="http://schemas.microsoft.com/office/powerpoint/2010/main" val="269815909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p:cNvGrpSpPr/>
          <p:nvPr/>
        </p:nvGrpSpPr>
        <p:grpSpPr>
          <a:xfrm flipH="1">
            <a:off x="2590800" y="2449622"/>
            <a:ext cx="3603635" cy="1436578"/>
            <a:chOff x="901767" y="2057400"/>
            <a:chExt cx="6714579" cy="2544019"/>
          </a:xfrm>
        </p:grpSpPr>
        <p:sp>
          <p:nvSpPr>
            <p:cNvPr id="6" name="Rectangle 5"/>
            <p:cNvSpPr/>
            <p:nvPr/>
          </p:nvSpPr>
          <p:spPr>
            <a:xfrm>
              <a:off x="3031495" y="2491264"/>
              <a:ext cx="1965505" cy="1547337"/>
            </a:xfrm>
            <a:prstGeom prst="rect">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7" name="Group 6"/>
            <p:cNvGrpSpPr/>
            <p:nvPr/>
          </p:nvGrpSpPr>
          <p:grpSpPr>
            <a:xfrm>
              <a:off x="3371243" y="2971543"/>
              <a:ext cx="1591182" cy="591768"/>
              <a:chOff x="3431442" y="2895600"/>
              <a:chExt cx="1591182" cy="591768"/>
            </a:xfrm>
          </p:grpSpPr>
          <p:grpSp>
            <p:nvGrpSpPr>
              <p:cNvPr id="32" name="Group 31"/>
              <p:cNvGrpSpPr/>
              <p:nvPr/>
            </p:nvGrpSpPr>
            <p:grpSpPr>
              <a:xfrm>
                <a:off x="3431442" y="2895600"/>
                <a:ext cx="647741" cy="591768"/>
                <a:chOff x="3431443" y="2895085"/>
                <a:chExt cx="647741" cy="591768"/>
              </a:xfrm>
            </p:grpSpPr>
            <p:sp>
              <p:nvSpPr>
                <p:cNvPr id="36" name="Oval 35"/>
                <p:cNvSpPr/>
                <p:nvPr/>
              </p:nvSpPr>
              <p:spPr>
                <a:xfrm>
                  <a:off x="3621984" y="2895085"/>
                  <a:ext cx="304801" cy="3048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7" name="TextBox 36"/>
                    <p:cNvSpPr txBox="1"/>
                    <p:nvPr/>
                  </p:nvSpPr>
                  <p:spPr>
                    <a:xfrm>
                      <a:off x="3431443" y="3105339"/>
                      <a:ext cx="647741" cy="38151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solidFill>
                                      <a:srgbClr val="000000"/>
                                    </a:solidFill>
                                    <a:latin typeface="Cambria Math"/>
                                  </a:rPr>
                                </m:ctrlPr>
                              </m:sSubPr>
                              <m:e>
                                <m:r>
                                  <a:rPr lang="en-US" b="0" i="1" smtClean="0">
                                    <a:solidFill>
                                      <a:srgbClr val="000000"/>
                                    </a:solidFill>
                                    <a:latin typeface="Cambria Math"/>
                                  </a:rPr>
                                  <m:t>𝑍</m:t>
                                </m:r>
                              </m:e>
                              <m:sub>
                                <m:r>
                                  <a:rPr lang="en-US" b="0" i="1" smtClean="0">
                                    <a:solidFill>
                                      <a:srgbClr val="000000"/>
                                    </a:solidFill>
                                    <a:latin typeface="Cambria Math"/>
                                  </a:rPr>
                                  <m:t>𝑑</m:t>
                                </m:r>
                                <m:r>
                                  <a:rPr lang="en-US" b="0" i="1" smtClean="0">
                                    <a:solidFill>
                                      <a:srgbClr val="000000"/>
                                    </a:solidFill>
                                    <a:latin typeface="Cambria Math"/>
                                  </a:rPr>
                                  <m:t>,</m:t>
                                </m:r>
                                <m:r>
                                  <a:rPr lang="en-US" b="0" i="1" smtClean="0">
                                    <a:solidFill>
                                      <a:srgbClr val="000000"/>
                                    </a:solidFill>
                                    <a:latin typeface="Cambria Math"/>
                                  </a:rPr>
                                  <m:t>𝑛</m:t>
                                </m:r>
                              </m:sub>
                            </m:sSub>
                          </m:oMath>
                        </m:oMathPara>
                      </a14:m>
                      <a:endParaRPr lang="en-US" dirty="0">
                        <a:solidFill>
                          <a:srgbClr val="000000"/>
                        </a:solidFill>
                      </a:endParaRPr>
                    </a:p>
                  </p:txBody>
                </p:sp>
              </mc:Choice>
              <mc:Fallback xmlns="">
                <p:sp>
                  <p:nvSpPr>
                    <p:cNvPr id="39" name="TextBox 38"/>
                    <p:cNvSpPr txBox="1">
                      <a:spLocks noRot="1" noChangeAspect="1" noMove="1" noResize="1" noEditPoints="1" noAdjustHandles="1" noChangeArrowheads="1" noChangeShapeType="1" noTextEdit="1"/>
                    </p:cNvSpPr>
                    <p:nvPr/>
                  </p:nvSpPr>
                  <p:spPr>
                    <a:xfrm>
                      <a:off x="3431443" y="3105339"/>
                      <a:ext cx="647741" cy="381514"/>
                    </a:xfrm>
                    <a:prstGeom prst="rect">
                      <a:avLst/>
                    </a:prstGeom>
                    <a:blipFill rotWithShape="1">
                      <a:blip r:embed="rId5"/>
                      <a:stretch>
                        <a:fillRect r="-50877" b="-74286"/>
                      </a:stretch>
                    </a:blipFill>
                  </p:spPr>
                  <p:txBody>
                    <a:bodyPr/>
                    <a:lstStyle/>
                    <a:p>
                      <a:r>
                        <a:rPr lang="en-US">
                          <a:noFill/>
                        </a:rPr>
                        <a:t> </a:t>
                      </a:r>
                    </a:p>
                  </p:txBody>
                </p:sp>
              </mc:Fallback>
            </mc:AlternateContent>
          </p:grpSp>
          <p:grpSp>
            <p:nvGrpSpPr>
              <p:cNvPr id="33" name="Group 32"/>
              <p:cNvGrpSpPr/>
              <p:nvPr/>
            </p:nvGrpSpPr>
            <p:grpSpPr>
              <a:xfrm>
                <a:off x="4315444" y="2895600"/>
                <a:ext cx="707180" cy="591254"/>
                <a:chOff x="4315444" y="2895600"/>
                <a:chExt cx="707180" cy="591254"/>
              </a:xfrm>
            </p:grpSpPr>
            <p:sp>
              <p:nvSpPr>
                <p:cNvPr id="34" name="Oval 33"/>
                <p:cNvSpPr/>
                <p:nvPr/>
              </p:nvSpPr>
              <p:spPr>
                <a:xfrm>
                  <a:off x="4509736" y="2895600"/>
                  <a:ext cx="304799" cy="304799"/>
                </a:xfrm>
                <a:prstGeom prst="ellipse">
                  <a:avLst/>
                </a:prstGeom>
                <a:pattFill prst="pct50">
                  <a:fgClr>
                    <a:schemeClr val="tx2"/>
                  </a:fgClr>
                  <a:bgClr>
                    <a:schemeClr val="tx2">
                      <a:lumMod val="50000"/>
                    </a:schemeClr>
                  </a:bgClr>
                </a:pattFill>
                <a:ln>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5" name="TextBox 34"/>
                    <p:cNvSpPr txBox="1"/>
                    <p:nvPr/>
                  </p:nvSpPr>
                  <p:spPr>
                    <a:xfrm>
                      <a:off x="4315444" y="3105340"/>
                      <a:ext cx="707180" cy="38151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solidFill>
                                      <a:srgbClr val="000000"/>
                                    </a:solidFill>
                                    <a:latin typeface="Cambria Math"/>
                                  </a:rPr>
                                </m:ctrlPr>
                              </m:sSubPr>
                              <m:e>
                                <m:r>
                                  <a:rPr lang="en-US" b="0" i="1" smtClean="0">
                                    <a:solidFill>
                                      <a:srgbClr val="000000"/>
                                    </a:solidFill>
                                    <a:latin typeface="Cambria Math"/>
                                  </a:rPr>
                                  <m:t>𝑊</m:t>
                                </m:r>
                              </m:e>
                              <m:sub>
                                <m:r>
                                  <a:rPr lang="en-US" b="0" i="1" smtClean="0">
                                    <a:solidFill>
                                      <a:srgbClr val="000000"/>
                                    </a:solidFill>
                                    <a:latin typeface="Cambria Math"/>
                                  </a:rPr>
                                  <m:t>𝑑</m:t>
                                </m:r>
                                <m:r>
                                  <a:rPr lang="en-US" b="0" i="1" smtClean="0">
                                    <a:solidFill>
                                      <a:srgbClr val="000000"/>
                                    </a:solidFill>
                                    <a:latin typeface="Cambria Math"/>
                                  </a:rPr>
                                  <m:t>,</m:t>
                                </m:r>
                                <m:r>
                                  <a:rPr lang="en-US" b="0" i="1" smtClean="0">
                                    <a:solidFill>
                                      <a:srgbClr val="000000"/>
                                    </a:solidFill>
                                    <a:latin typeface="Cambria Math"/>
                                  </a:rPr>
                                  <m:t>𝑛</m:t>
                                </m:r>
                              </m:sub>
                            </m:sSub>
                          </m:oMath>
                        </m:oMathPara>
                      </a14:m>
                      <a:endParaRPr lang="en-US" dirty="0">
                        <a:solidFill>
                          <a:srgbClr val="000000"/>
                        </a:solidFill>
                      </a:endParaRPr>
                    </a:p>
                  </p:txBody>
                </p:sp>
              </mc:Choice>
              <mc:Fallback xmlns="">
                <p:sp>
                  <p:nvSpPr>
                    <p:cNvPr id="37" name="TextBox 36"/>
                    <p:cNvSpPr txBox="1">
                      <a:spLocks noRot="1" noChangeAspect="1" noMove="1" noResize="1" noEditPoints="1" noAdjustHandles="1" noChangeArrowheads="1" noChangeShapeType="1" noTextEdit="1"/>
                    </p:cNvSpPr>
                    <p:nvPr/>
                  </p:nvSpPr>
                  <p:spPr>
                    <a:xfrm>
                      <a:off x="4315444" y="3105340"/>
                      <a:ext cx="707180" cy="381514"/>
                    </a:xfrm>
                    <a:prstGeom prst="rect">
                      <a:avLst/>
                    </a:prstGeom>
                    <a:blipFill rotWithShape="1">
                      <a:blip r:embed="rId6"/>
                      <a:stretch>
                        <a:fillRect r="-54839" b="-74286"/>
                      </a:stretch>
                    </a:blipFill>
                  </p:spPr>
                  <p:txBody>
                    <a:bodyPr/>
                    <a:lstStyle/>
                    <a:p>
                      <a:r>
                        <a:rPr lang="en-US">
                          <a:noFill/>
                        </a:rPr>
                        <a:t> </a:t>
                      </a:r>
                    </a:p>
                  </p:txBody>
                </p:sp>
              </mc:Fallback>
            </mc:AlternateContent>
          </p:grpSp>
        </p:grpSp>
        <mc:AlternateContent xmlns:mc="http://schemas.openxmlformats.org/markup-compatibility/2006" xmlns:a14="http://schemas.microsoft.com/office/drawing/2010/main">
          <mc:Choice Requires="a14">
            <p:sp>
              <p:nvSpPr>
                <p:cNvPr id="8" name="TextBox 7"/>
                <p:cNvSpPr txBox="1"/>
                <p:nvPr/>
              </p:nvSpPr>
              <p:spPr>
                <a:xfrm>
                  <a:off x="3126720" y="3659386"/>
                  <a:ext cx="472703" cy="46328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100" b="0" i="1" smtClean="0">
                                <a:solidFill>
                                  <a:srgbClr val="000000"/>
                                </a:solidFill>
                                <a:latin typeface="Cambria Math"/>
                              </a:rPr>
                            </m:ctrlPr>
                          </m:sSubPr>
                          <m:e>
                            <m:r>
                              <a:rPr lang="en-US" sz="1100" b="0" i="1" smtClean="0">
                                <a:solidFill>
                                  <a:srgbClr val="000000"/>
                                </a:solidFill>
                                <a:latin typeface="Cambria Math"/>
                              </a:rPr>
                              <m:t>𝑁</m:t>
                            </m:r>
                          </m:e>
                          <m:sub>
                            <m:r>
                              <a:rPr lang="en-US" sz="1100" b="0" i="1" smtClean="0">
                                <a:solidFill>
                                  <a:srgbClr val="000000"/>
                                </a:solidFill>
                                <a:latin typeface="Cambria Math"/>
                              </a:rPr>
                              <m:t>𝑑</m:t>
                            </m:r>
                          </m:sub>
                        </m:sSub>
                      </m:oMath>
                    </m:oMathPara>
                  </a14:m>
                  <a:endParaRPr lang="en-US" sz="1100" dirty="0">
                    <a:solidFill>
                      <a:srgbClr val="000000"/>
                    </a:solidFill>
                  </a:endParaRPr>
                </a:p>
              </p:txBody>
            </p:sp>
          </mc:Choice>
          <mc:Fallback xmlns="">
            <p:sp>
              <p:nvSpPr>
                <p:cNvPr id="10" name="TextBox 9"/>
                <p:cNvSpPr txBox="1">
                  <a:spLocks noRot="1" noChangeAspect="1" noMove="1" noResize="1" noEditPoints="1" noAdjustHandles="1" noChangeArrowheads="1" noChangeShapeType="1" noTextEdit="1"/>
                </p:cNvSpPr>
                <p:nvPr/>
              </p:nvSpPr>
              <p:spPr>
                <a:xfrm>
                  <a:off x="3126720" y="3659386"/>
                  <a:ext cx="472703" cy="463282"/>
                </a:xfrm>
                <a:prstGeom prst="rect">
                  <a:avLst/>
                </a:prstGeom>
                <a:blipFill rotWithShape="1">
                  <a:blip r:embed="rId7"/>
                  <a:stretch>
                    <a:fillRect r="-11905"/>
                  </a:stretch>
                </a:blipFill>
              </p:spPr>
              <p:txBody>
                <a:bodyPr/>
                <a:lstStyle/>
                <a:p>
                  <a:r>
                    <a:rPr lang="en-US">
                      <a:noFill/>
                    </a:rPr>
                    <a:t> </a:t>
                  </a:r>
                </a:p>
              </p:txBody>
            </p:sp>
          </mc:Fallback>
        </mc:AlternateContent>
        <p:grpSp>
          <p:nvGrpSpPr>
            <p:cNvPr id="9" name="Group 8"/>
            <p:cNvGrpSpPr/>
            <p:nvPr/>
          </p:nvGrpSpPr>
          <p:grpSpPr>
            <a:xfrm>
              <a:off x="1715973" y="2057400"/>
              <a:ext cx="3922828" cy="2532351"/>
              <a:chOff x="1480603" y="2057400"/>
              <a:chExt cx="4158197" cy="2532351"/>
            </a:xfrm>
          </p:grpSpPr>
          <mc:AlternateContent xmlns:mc="http://schemas.openxmlformats.org/markup-compatibility/2006" xmlns:a14="http://schemas.microsoft.com/office/drawing/2010/main">
            <mc:Choice Requires="a14">
              <p:sp>
                <p:nvSpPr>
                  <p:cNvPr id="30" name="TextBox 29"/>
                  <p:cNvSpPr txBox="1"/>
                  <p:nvPr/>
                </p:nvSpPr>
                <p:spPr>
                  <a:xfrm>
                    <a:off x="1480603" y="4126469"/>
                    <a:ext cx="641949" cy="46328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100" b="0" i="1" smtClean="0">
                              <a:solidFill>
                                <a:srgbClr val="000000"/>
                              </a:solidFill>
                              <a:latin typeface="Cambria Math"/>
                            </a:rPr>
                            <m:t>𝐷</m:t>
                          </m:r>
                        </m:oMath>
                      </m:oMathPara>
                    </a14:m>
                    <a:endParaRPr lang="en-US" sz="1100" dirty="0">
                      <a:solidFill>
                        <a:srgbClr val="000000"/>
                      </a:solidFill>
                    </a:endParaRPr>
                  </a:p>
                </p:txBody>
              </p:sp>
            </mc:Choice>
            <mc:Fallback xmlns="">
              <p:sp>
                <p:nvSpPr>
                  <p:cNvPr id="32" name="TextBox 31"/>
                  <p:cNvSpPr txBox="1">
                    <a:spLocks noRot="1" noChangeAspect="1" noMove="1" noResize="1" noEditPoints="1" noAdjustHandles="1" noChangeArrowheads="1" noChangeShapeType="1" noTextEdit="1"/>
                  </p:cNvSpPr>
                  <p:nvPr/>
                </p:nvSpPr>
                <p:spPr>
                  <a:xfrm>
                    <a:off x="1480603" y="4126469"/>
                    <a:ext cx="641949" cy="463282"/>
                  </a:xfrm>
                  <a:prstGeom prst="rect">
                    <a:avLst/>
                  </a:prstGeom>
                  <a:blipFill rotWithShape="1">
                    <a:blip r:embed="rId8"/>
                    <a:stretch>
                      <a:fillRect/>
                    </a:stretch>
                  </a:blipFill>
                </p:spPr>
                <p:txBody>
                  <a:bodyPr/>
                  <a:lstStyle/>
                  <a:p>
                    <a:r>
                      <a:rPr lang="en-US">
                        <a:noFill/>
                      </a:rPr>
                      <a:t> </a:t>
                    </a:r>
                  </a:p>
                </p:txBody>
              </p:sp>
            </mc:Fallback>
          </mc:AlternateContent>
          <p:sp>
            <p:nvSpPr>
              <p:cNvPr id="31" name="Rectangle 30"/>
              <p:cNvSpPr/>
              <p:nvPr/>
            </p:nvSpPr>
            <p:spPr>
              <a:xfrm>
                <a:off x="1600200" y="2057400"/>
                <a:ext cx="4038600" cy="2438400"/>
              </a:xfrm>
              <a:prstGeom prst="rect">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10" name="Group 9"/>
            <p:cNvGrpSpPr/>
            <p:nvPr/>
          </p:nvGrpSpPr>
          <p:grpSpPr>
            <a:xfrm>
              <a:off x="2362200" y="2971543"/>
              <a:ext cx="492764" cy="579585"/>
              <a:chOff x="2362200" y="2971543"/>
              <a:chExt cx="492764" cy="579585"/>
            </a:xfrm>
          </p:grpSpPr>
          <p:sp>
            <p:nvSpPr>
              <p:cNvPr id="28" name="Oval 27"/>
              <p:cNvSpPr/>
              <p:nvPr/>
            </p:nvSpPr>
            <p:spPr>
              <a:xfrm>
                <a:off x="2438400" y="2971543"/>
                <a:ext cx="304800" cy="3048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9" name="TextBox 28"/>
                  <p:cNvSpPr txBox="1"/>
                  <p:nvPr/>
                </p:nvSpPr>
                <p:spPr>
                  <a:xfrm>
                    <a:off x="2362200" y="3181795"/>
                    <a:ext cx="492764" cy="36933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solidFill>
                                    <a:srgbClr val="000000"/>
                                  </a:solidFill>
                                  <a:latin typeface="Cambria Math"/>
                                </a:rPr>
                              </m:ctrlPr>
                            </m:sSubPr>
                            <m:e>
                              <m:r>
                                <a:rPr lang="en-US" i="1" smtClean="0">
                                  <a:solidFill>
                                    <a:srgbClr val="000000"/>
                                  </a:solidFill>
                                  <a:latin typeface="Cambria Math"/>
                                  <a:ea typeface="Cambria Math"/>
                                </a:rPr>
                                <m:t>𝜃</m:t>
                              </m:r>
                            </m:e>
                            <m:sub>
                              <m:r>
                                <a:rPr lang="en-US" b="0" i="1" smtClean="0">
                                  <a:solidFill>
                                    <a:srgbClr val="000000"/>
                                  </a:solidFill>
                                  <a:latin typeface="Cambria Math"/>
                                </a:rPr>
                                <m:t>𝑑</m:t>
                              </m:r>
                            </m:sub>
                          </m:sSub>
                        </m:oMath>
                      </m:oMathPara>
                    </a14:m>
                    <a:endParaRPr lang="en-US" dirty="0">
                      <a:solidFill>
                        <a:srgbClr val="000000"/>
                      </a:solidFill>
                    </a:endParaRPr>
                  </a:p>
                </p:txBody>
              </p:sp>
            </mc:Choice>
            <mc:Fallback xmlns="">
              <p:sp>
                <p:nvSpPr>
                  <p:cNvPr id="31" name="TextBox 30"/>
                  <p:cNvSpPr txBox="1">
                    <a:spLocks noRot="1" noChangeAspect="1" noMove="1" noResize="1" noEditPoints="1" noAdjustHandles="1" noChangeArrowheads="1" noChangeShapeType="1" noTextEdit="1"/>
                  </p:cNvSpPr>
                  <p:nvPr/>
                </p:nvSpPr>
                <p:spPr>
                  <a:xfrm>
                    <a:off x="2362200" y="3181795"/>
                    <a:ext cx="492764" cy="369333"/>
                  </a:xfrm>
                  <a:prstGeom prst="rect">
                    <a:avLst/>
                  </a:prstGeom>
                  <a:blipFill rotWithShape="1">
                    <a:blip r:embed="rId9"/>
                    <a:stretch>
                      <a:fillRect r="-46512" b="-79412"/>
                    </a:stretch>
                  </a:blipFill>
                </p:spPr>
                <p:txBody>
                  <a:bodyPr/>
                  <a:lstStyle/>
                  <a:p>
                    <a:r>
                      <a:rPr lang="en-US">
                        <a:noFill/>
                      </a:rPr>
                      <a:t> </a:t>
                    </a:r>
                  </a:p>
                </p:txBody>
              </p:sp>
            </mc:Fallback>
          </mc:AlternateContent>
        </p:grpSp>
        <p:cxnSp>
          <p:nvCxnSpPr>
            <p:cNvPr id="11" name="Straight Arrow Connector 10"/>
            <p:cNvCxnSpPr>
              <a:stCxn id="28" idx="6"/>
              <a:endCxn id="36" idx="2"/>
            </p:cNvCxnSpPr>
            <p:nvPr/>
          </p:nvCxnSpPr>
          <p:spPr>
            <a:xfrm>
              <a:off x="2743199" y="3123944"/>
              <a:ext cx="818583" cy="0"/>
            </a:xfrm>
            <a:prstGeom prst="straightConnector1">
              <a:avLst/>
            </a:prstGeom>
            <a:ln cap="sq">
              <a:solidFill>
                <a:srgbClr val="00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2" name="Straight Arrow Connector 11"/>
            <p:cNvCxnSpPr>
              <a:stCxn id="36" idx="6"/>
              <a:endCxn id="34" idx="2"/>
            </p:cNvCxnSpPr>
            <p:nvPr/>
          </p:nvCxnSpPr>
          <p:spPr>
            <a:xfrm>
              <a:off x="3866584" y="3123944"/>
              <a:ext cx="582953" cy="0"/>
            </a:xfrm>
            <a:prstGeom prst="straightConnector1">
              <a:avLst/>
            </a:prstGeom>
            <a:ln cap="sq">
              <a:solidFill>
                <a:srgbClr val="000000"/>
              </a:solidFill>
              <a:tailEnd type="triangle"/>
            </a:ln>
            <a:effectLst/>
          </p:spPr>
          <p:style>
            <a:lnRef idx="2">
              <a:schemeClr val="accent1"/>
            </a:lnRef>
            <a:fillRef idx="0">
              <a:schemeClr val="accent1"/>
            </a:fillRef>
            <a:effectRef idx="1">
              <a:schemeClr val="accent1"/>
            </a:effectRef>
            <a:fontRef idx="minor">
              <a:schemeClr val="tx1"/>
            </a:fontRef>
          </p:style>
        </p:cxnSp>
        <p:grpSp>
          <p:nvGrpSpPr>
            <p:cNvPr id="13" name="Group 12"/>
            <p:cNvGrpSpPr/>
            <p:nvPr/>
          </p:nvGrpSpPr>
          <p:grpSpPr>
            <a:xfrm>
              <a:off x="6155096" y="2971543"/>
              <a:ext cx="490647" cy="579585"/>
              <a:chOff x="6155096" y="2971543"/>
              <a:chExt cx="490647" cy="579585"/>
            </a:xfrm>
          </p:grpSpPr>
          <p:sp>
            <p:nvSpPr>
              <p:cNvPr id="26" name="Oval 25"/>
              <p:cNvSpPr/>
              <p:nvPr/>
            </p:nvSpPr>
            <p:spPr>
              <a:xfrm>
                <a:off x="6231297" y="2971543"/>
                <a:ext cx="304799" cy="3048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7" name="TextBox 26"/>
                  <p:cNvSpPr txBox="1"/>
                  <p:nvPr/>
                </p:nvSpPr>
                <p:spPr>
                  <a:xfrm>
                    <a:off x="6155096" y="3181795"/>
                    <a:ext cx="490647" cy="36933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solidFill>
                                    <a:srgbClr val="000000"/>
                                  </a:solidFill>
                                  <a:latin typeface="Cambria Math"/>
                                </a:rPr>
                              </m:ctrlPr>
                            </m:sSubPr>
                            <m:e>
                              <m:r>
                                <a:rPr lang="en-US" i="1">
                                  <a:solidFill>
                                    <a:srgbClr val="000000"/>
                                  </a:solidFill>
                                  <a:latin typeface="Cambria Math"/>
                                  <a:ea typeface="Cambria Math"/>
                                </a:rPr>
                                <m:t>𝛽</m:t>
                              </m:r>
                            </m:e>
                            <m:sub>
                              <m:r>
                                <a:rPr lang="en-US" b="0" i="1" smtClean="0">
                                  <a:solidFill>
                                    <a:srgbClr val="000000"/>
                                  </a:solidFill>
                                  <a:latin typeface="Cambria Math"/>
                                </a:rPr>
                                <m:t>𝑘</m:t>
                              </m:r>
                            </m:sub>
                          </m:sSub>
                        </m:oMath>
                      </m:oMathPara>
                    </a14:m>
                    <a:endParaRPr lang="en-US" dirty="0">
                      <a:solidFill>
                        <a:srgbClr val="000000"/>
                      </a:solidFill>
                    </a:endParaRPr>
                  </a:p>
                </p:txBody>
              </p:sp>
            </mc:Choice>
            <mc:Fallback xmlns="">
              <p:sp>
                <p:nvSpPr>
                  <p:cNvPr id="29" name="TextBox 28"/>
                  <p:cNvSpPr txBox="1">
                    <a:spLocks noRot="1" noChangeAspect="1" noMove="1" noResize="1" noEditPoints="1" noAdjustHandles="1" noChangeArrowheads="1" noChangeShapeType="1" noTextEdit="1"/>
                  </p:cNvSpPr>
                  <p:nvPr/>
                </p:nvSpPr>
                <p:spPr>
                  <a:xfrm>
                    <a:off x="6155096" y="3181795"/>
                    <a:ext cx="490647" cy="369333"/>
                  </a:xfrm>
                  <a:prstGeom prst="rect">
                    <a:avLst/>
                  </a:prstGeom>
                  <a:blipFill rotWithShape="1">
                    <a:blip r:embed="rId10"/>
                    <a:stretch>
                      <a:fillRect l="-6977" r="-46512" b="-102941"/>
                    </a:stretch>
                  </a:blipFill>
                </p:spPr>
                <p:txBody>
                  <a:bodyPr/>
                  <a:lstStyle/>
                  <a:p>
                    <a:r>
                      <a:rPr lang="en-US">
                        <a:noFill/>
                      </a:rPr>
                      <a:t> </a:t>
                    </a:r>
                  </a:p>
                </p:txBody>
              </p:sp>
            </mc:Fallback>
          </mc:AlternateContent>
        </p:grpSp>
        <p:cxnSp>
          <p:nvCxnSpPr>
            <p:cNvPr id="14" name="Straight Arrow Connector 13"/>
            <p:cNvCxnSpPr>
              <a:stCxn id="26" idx="2"/>
              <a:endCxn id="34" idx="6"/>
            </p:cNvCxnSpPr>
            <p:nvPr/>
          </p:nvCxnSpPr>
          <p:spPr>
            <a:xfrm flipH="1">
              <a:off x="4754336" y="3123944"/>
              <a:ext cx="1476962" cy="0"/>
            </a:xfrm>
            <a:prstGeom prst="straightConnector1">
              <a:avLst/>
            </a:prstGeom>
            <a:ln cap="sq">
              <a:solidFill>
                <a:srgbClr val="000000"/>
              </a:solidFill>
              <a:tailEnd type="triangle"/>
            </a:ln>
            <a:effectLst/>
          </p:spPr>
          <p:style>
            <a:lnRef idx="2">
              <a:schemeClr val="accent1"/>
            </a:lnRef>
            <a:fillRef idx="0">
              <a:schemeClr val="accent1"/>
            </a:fillRef>
            <a:effectRef idx="1">
              <a:schemeClr val="accent1"/>
            </a:effectRef>
            <a:fontRef idx="minor">
              <a:schemeClr val="tx1"/>
            </a:fontRef>
          </p:style>
        </p:cxnSp>
        <p:grpSp>
          <p:nvGrpSpPr>
            <p:cNvPr id="15" name="Group 14"/>
            <p:cNvGrpSpPr/>
            <p:nvPr/>
          </p:nvGrpSpPr>
          <p:grpSpPr>
            <a:xfrm>
              <a:off x="7239000" y="2971543"/>
              <a:ext cx="377346" cy="579585"/>
              <a:chOff x="7315200" y="2971543"/>
              <a:chExt cx="377346" cy="579585"/>
            </a:xfrm>
          </p:grpSpPr>
          <p:sp>
            <p:nvSpPr>
              <p:cNvPr id="24" name="Oval 23"/>
              <p:cNvSpPr/>
              <p:nvPr/>
            </p:nvSpPr>
            <p:spPr>
              <a:xfrm>
                <a:off x="7351473" y="2971543"/>
                <a:ext cx="304800" cy="3048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5" name="TextBox 24"/>
                  <p:cNvSpPr txBox="1"/>
                  <p:nvPr/>
                </p:nvSpPr>
                <p:spPr>
                  <a:xfrm>
                    <a:off x="7315200" y="3181795"/>
                    <a:ext cx="377346" cy="36933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solidFill>
                                <a:srgbClr val="000000"/>
                              </a:solidFill>
                              <a:latin typeface="Cambria Math"/>
                              <a:ea typeface="Cambria Math"/>
                            </a:rPr>
                            <m:t>𝜂</m:t>
                          </m:r>
                        </m:oMath>
                      </m:oMathPara>
                    </a14:m>
                    <a:endParaRPr lang="en-US" dirty="0">
                      <a:solidFill>
                        <a:srgbClr val="000000"/>
                      </a:solidFill>
                    </a:endParaRPr>
                  </a:p>
                </p:txBody>
              </p:sp>
            </mc:Choice>
            <mc:Fallback xmlns="">
              <p:sp>
                <p:nvSpPr>
                  <p:cNvPr id="27" name="TextBox 26"/>
                  <p:cNvSpPr txBox="1">
                    <a:spLocks noRot="1" noChangeAspect="1" noMove="1" noResize="1" noEditPoints="1" noAdjustHandles="1" noChangeArrowheads="1" noChangeShapeType="1" noTextEdit="1"/>
                  </p:cNvSpPr>
                  <p:nvPr/>
                </p:nvSpPr>
                <p:spPr>
                  <a:xfrm>
                    <a:off x="7315200" y="3181795"/>
                    <a:ext cx="377346" cy="369333"/>
                  </a:xfrm>
                  <a:prstGeom prst="rect">
                    <a:avLst/>
                  </a:prstGeom>
                  <a:blipFill rotWithShape="1">
                    <a:blip r:embed="rId11"/>
                    <a:stretch>
                      <a:fillRect r="-47059" b="-91176"/>
                    </a:stretch>
                  </a:blipFill>
                </p:spPr>
                <p:txBody>
                  <a:bodyPr/>
                  <a:lstStyle/>
                  <a:p>
                    <a:r>
                      <a:rPr lang="en-US">
                        <a:noFill/>
                      </a:rPr>
                      <a:t> </a:t>
                    </a:r>
                  </a:p>
                </p:txBody>
              </p:sp>
            </mc:Fallback>
          </mc:AlternateContent>
        </p:grpSp>
        <p:cxnSp>
          <p:nvCxnSpPr>
            <p:cNvPr id="16" name="Straight Arrow Connector 15"/>
            <p:cNvCxnSpPr>
              <a:stCxn id="24" idx="2"/>
              <a:endCxn id="26" idx="6"/>
            </p:cNvCxnSpPr>
            <p:nvPr/>
          </p:nvCxnSpPr>
          <p:spPr>
            <a:xfrm flipH="1">
              <a:off x="6536097" y="3123944"/>
              <a:ext cx="739178" cy="0"/>
            </a:xfrm>
            <a:prstGeom prst="straightConnector1">
              <a:avLst/>
            </a:prstGeom>
            <a:ln cap="sq">
              <a:solidFill>
                <a:srgbClr val="000000"/>
              </a:solidFill>
              <a:tailEnd type="triangle"/>
            </a:ln>
            <a:effectLst/>
          </p:spPr>
          <p:style>
            <a:lnRef idx="2">
              <a:schemeClr val="accent1"/>
            </a:lnRef>
            <a:fillRef idx="0">
              <a:schemeClr val="accent1"/>
            </a:fillRef>
            <a:effectRef idx="1">
              <a:schemeClr val="accent1"/>
            </a:effectRef>
            <a:fontRef idx="minor">
              <a:schemeClr val="tx1"/>
            </a:fontRef>
          </p:style>
        </p:cxnSp>
        <p:grpSp>
          <p:nvGrpSpPr>
            <p:cNvPr id="17" name="Group 16"/>
            <p:cNvGrpSpPr/>
            <p:nvPr/>
          </p:nvGrpSpPr>
          <p:grpSpPr>
            <a:xfrm>
              <a:off x="5691108" y="2057400"/>
              <a:ext cx="1090692" cy="2544019"/>
              <a:chOff x="5691108" y="2057400"/>
              <a:chExt cx="1090692" cy="2544019"/>
            </a:xfrm>
          </p:grpSpPr>
          <p:sp>
            <p:nvSpPr>
              <p:cNvPr id="22" name="Rectangle 21"/>
              <p:cNvSpPr/>
              <p:nvPr/>
            </p:nvSpPr>
            <p:spPr>
              <a:xfrm>
                <a:off x="5867399" y="2057400"/>
                <a:ext cx="914401" cy="2446020"/>
              </a:xfrm>
              <a:prstGeom prst="rect">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3" name="TextBox 22"/>
                  <p:cNvSpPr txBox="1"/>
                  <p:nvPr/>
                </p:nvSpPr>
                <p:spPr>
                  <a:xfrm>
                    <a:off x="5691108" y="4138137"/>
                    <a:ext cx="605970" cy="46328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100" b="0" i="1" smtClean="0">
                              <a:solidFill>
                                <a:srgbClr val="000000"/>
                              </a:solidFill>
                              <a:latin typeface="Cambria Math"/>
                            </a:rPr>
                            <m:t>𝐾</m:t>
                          </m:r>
                        </m:oMath>
                      </m:oMathPara>
                    </a14:m>
                    <a:endParaRPr lang="en-US" sz="1100" dirty="0">
                      <a:solidFill>
                        <a:srgbClr val="000000"/>
                      </a:solidFill>
                    </a:endParaRPr>
                  </a:p>
                </p:txBody>
              </p:sp>
            </mc:Choice>
            <mc:Fallback xmlns="">
              <p:sp>
                <p:nvSpPr>
                  <p:cNvPr id="25" name="TextBox 24"/>
                  <p:cNvSpPr txBox="1">
                    <a:spLocks noRot="1" noChangeAspect="1" noMove="1" noResize="1" noEditPoints="1" noAdjustHandles="1" noChangeArrowheads="1" noChangeShapeType="1" noTextEdit="1"/>
                  </p:cNvSpPr>
                  <p:nvPr/>
                </p:nvSpPr>
                <p:spPr>
                  <a:xfrm>
                    <a:off x="5691108" y="4138137"/>
                    <a:ext cx="605970" cy="463282"/>
                  </a:xfrm>
                  <a:prstGeom prst="rect">
                    <a:avLst/>
                  </a:prstGeom>
                  <a:blipFill rotWithShape="1">
                    <a:blip r:embed="rId12"/>
                    <a:stretch>
                      <a:fillRect/>
                    </a:stretch>
                  </a:blipFill>
                </p:spPr>
                <p:txBody>
                  <a:bodyPr/>
                  <a:lstStyle/>
                  <a:p>
                    <a:r>
                      <a:rPr lang="en-US">
                        <a:noFill/>
                      </a:rPr>
                      <a:t> </a:t>
                    </a:r>
                  </a:p>
                </p:txBody>
              </p:sp>
            </mc:Fallback>
          </mc:AlternateContent>
        </p:grpSp>
        <p:grpSp>
          <p:nvGrpSpPr>
            <p:cNvPr id="18" name="Group 17"/>
            <p:cNvGrpSpPr/>
            <p:nvPr/>
          </p:nvGrpSpPr>
          <p:grpSpPr>
            <a:xfrm>
              <a:off x="901767" y="2971543"/>
              <a:ext cx="393633" cy="579073"/>
              <a:chOff x="649527" y="2971543"/>
              <a:chExt cx="393633" cy="579073"/>
            </a:xfrm>
          </p:grpSpPr>
          <p:sp>
            <p:nvSpPr>
              <p:cNvPr id="20" name="Oval 19"/>
              <p:cNvSpPr/>
              <p:nvPr/>
            </p:nvSpPr>
            <p:spPr>
              <a:xfrm>
                <a:off x="685800" y="2971543"/>
                <a:ext cx="304800" cy="3048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1" name="TextBox 20"/>
                  <p:cNvSpPr txBox="1"/>
                  <p:nvPr/>
                </p:nvSpPr>
                <p:spPr>
                  <a:xfrm>
                    <a:off x="649527" y="3181283"/>
                    <a:ext cx="393633" cy="36933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solidFill>
                                <a:srgbClr val="000000"/>
                              </a:solidFill>
                              <a:latin typeface="Cambria Math"/>
                              <a:ea typeface="Cambria Math"/>
                            </a:rPr>
                            <m:t>𝛼</m:t>
                          </m:r>
                        </m:oMath>
                      </m:oMathPara>
                    </a14:m>
                    <a:endParaRPr lang="en-US" dirty="0">
                      <a:solidFill>
                        <a:srgbClr val="000000"/>
                      </a:solidFill>
                    </a:endParaRPr>
                  </a:p>
                </p:txBody>
              </p:sp>
            </mc:Choice>
            <mc:Fallback xmlns="">
              <p:sp>
                <p:nvSpPr>
                  <p:cNvPr id="23" name="TextBox 22"/>
                  <p:cNvSpPr txBox="1">
                    <a:spLocks noRot="1" noChangeAspect="1" noMove="1" noResize="1" noEditPoints="1" noAdjustHandles="1" noChangeArrowheads="1" noChangeShapeType="1" noTextEdit="1"/>
                  </p:cNvSpPr>
                  <p:nvPr/>
                </p:nvSpPr>
                <p:spPr>
                  <a:xfrm>
                    <a:off x="649527" y="3181283"/>
                    <a:ext cx="393633" cy="369333"/>
                  </a:xfrm>
                  <a:prstGeom prst="rect">
                    <a:avLst/>
                  </a:prstGeom>
                  <a:blipFill rotWithShape="1">
                    <a:blip r:embed="rId13"/>
                    <a:stretch>
                      <a:fillRect r="-37143" b="-55882"/>
                    </a:stretch>
                  </a:blipFill>
                </p:spPr>
                <p:txBody>
                  <a:bodyPr/>
                  <a:lstStyle/>
                  <a:p>
                    <a:r>
                      <a:rPr lang="en-US">
                        <a:noFill/>
                      </a:rPr>
                      <a:t> </a:t>
                    </a:r>
                  </a:p>
                </p:txBody>
              </p:sp>
            </mc:Fallback>
          </mc:AlternateContent>
        </p:grpSp>
        <p:cxnSp>
          <p:nvCxnSpPr>
            <p:cNvPr id="19" name="Straight Arrow Connector 18"/>
            <p:cNvCxnSpPr>
              <a:stCxn id="20" idx="6"/>
              <a:endCxn id="28" idx="2"/>
            </p:cNvCxnSpPr>
            <p:nvPr/>
          </p:nvCxnSpPr>
          <p:spPr>
            <a:xfrm>
              <a:off x="1242840" y="3123943"/>
              <a:ext cx="1195560" cy="0"/>
            </a:xfrm>
            <a:prstGeom prst="straightConnector1">
              <a:avLst/>
            </a:prstGeom>
            <a:ln cap="sq">
              <a:solidFill>
                <a:srgbClr val="000000"/>
              </a:solidFill>
              <a:tailEnd type="triangle"/>
            </a:ln>
            <a:effectLst/>
          </p:spPr>
          <p:style>
            <a:lnRef idx="2">
              <a:schemeClr val="accent1"/>
            </a:lnRef>
            <a:fillRef idx="0">
              <a:schemeClr val="accent1"/>
            </a:fillRef>
            <a:effectRef idx="1">
              <a:schemeClr val="accent1"/>
            </a:effectRef>
            <a:fontRef idx="minor">
              <a:schemeClr val="tx1"/>
            </a:fontRef>
          </p:style>
        </p:cxnSp>
      </p:grpSp>
      <p:grpSp>
        <p:nvGrpSpPr>
          <p:cNvPr id="67" name="Group 66"/>
          <p:cNvGrpSpPr>
            <a:grpSpLocks noChangeAspect="1"/>
          </p:cNvGrpSpPr>
          <p:nvPr/>
        </p:nvGrpSpPr>
        <p:grpSpPr>
          <a:xfrm>
            <a:off x="2506027" y="337536"/>
            <a:ext cx="3513773" cy="1986915"/>
            <a:chOff x="2066925" y="337535"/>
            <a:chExt cx="5019675" cy="2838450"/>
          </a:xfrm>
        </p:grpSpPr>
        <p:pic>
          <p:nvPicPr>
            <p:cNvPr id="40" name="Picture 4" descr="http://images.clipartpanda.com/book-20clip-20art-di855LndT.jpeg"/>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066925" y="337535"/>
              <a:ext cx="5019675" cy="2838450"/>
            </a:xfrm>
            <a:prstGeom prst="rect">
              <a:avLst/>
            </a:prstGeom>
            <a:noFill/>
            <a:extLst>
              <a:ext uri="{909E8E84-426E-40DD-AFC4-6F175D3DCCD1}">
                <a14:hiddenFill xmlns:a14="http://schemas.microsoft.com/office/drawing/2010/main">
                  <a:solidFill>
                    <a:srgbClr val="FFFFFF"/>
                  </a:solidFill>
                </a14:hiddenFill>
              </a:ext>
            </a:extLst>
          </p:spPr>
        </p:pic>
        <p:sp>
          <p:nvSpPr>
            <p:cNvPr id="41" name="CustomShape 6"/>
            <p:cNvSpPr/>
            <p:nvPr/>
          </p:nvSpPr>
          <p:spPr>
            <a:xfrm>
              <a:off x="2600324" y="735499"/>
              <a:ext cx="256271" cy="264154"/>
            </a:xfrm>
            <a:prstGeom prst="roundRect">
              <a:avLst>
                <a:gd name="adj" fmla="val 3600"/>
              </a:avLst>
            </a:prstGeom>
            <a:ln w="36000">
              <a:solidFill>
                <a:srgbClr val="2323DC"/>
              </a:solidFill>
              <a:round/>
            </a:ln>
          </p:spPr>
        </p:sp>
        <p:sp>
          <p:nvSpPr>
            <p:cNvPr id="42" name="CustomShape 12"/>
            <p:cNvSpPr/>
            <p:nvPr/>
          </p:nvSpPr>
          <p:spPr>
            <a:xfrm>
              <a:off x="2929389" y="735499"/>
              <a:ext cx="256271" cy="264154"/>
            </a:xfrm>
            <a:prstGeom prst="roundRect">
              <a:avLst>
                <a:gd name="adj" fmla="val 3600"/>
              </a:avLst>
            </a:prstGeom>
            <a:ln w="36000">
              <a:solidFill>
                <a:srgbClr val="E6FF00"/>
              </a:solidFill>
              <a:round/>
            </a:ln>
          </p:spPr>
        </p:sp>
        <p:sp>
          <p:nvSpPr>
            <p:cNvPr id="43" name="CustomShape 20"/>
            <p:cNvSpPr/>
            <p:nvPr/>
          </p:nvSpPr>
          <p:spPr>
            <a:xfrm>
              <a:off x="3261860" y="735499"/>
              <a:ext cx="256271" cy="264154"/>
            </a:xfrm>
            <a:prstGeom prst="roundRect">
              <a:avLst>
                <a:gd name="adj" fmla="val 3600"/>
              </a:avLst>
            </a:prstGeom>
            <a:ln w="36000">
              <a:solidFill>
                <a:srgbClr val="FF420E"/>
              </a:solidFill>
              <a:round/>
            </a:ln>
          </p:spPr>
        </p:sp>
        <p:sp>
          <p:nvSpPr>
            <p:cNvPr id="44" name="CustomShape 20_"/>
            <p:cNvSpPr/>
            <p:nvPr/>
          </p:nvSpPr>
          <p:spPr>
            <a:xfrm>
              <a:off x="3594331" y="735499"/>
              <a:ext cx="256271" cy="264154"/>
            </a:xfrm>
            <a:prstGeom prst="roundRect">
              <a:avLst>
                <a:gd name="adj" fmla="val 3600"/>
              </a:avLst>
            </a:prstGeom>
            <a:ln w="36000">
              <a:solidFill>
                <a:srgbClr val="FF420E"/>
              </a:solidFill>
              <a:round/>
            </a:ln>
          </p:spPr>
        </p:sp>
        <p:sp>
          <p:nvSpPr>
            <p:cNvPr id="45" name="CustomShape 6_"/>
            <p:cNvSpPr/>
            <p:nvPr/>
          </p:nvSpPr>
          <p:spPr>
            <a:xfrm>
              <a:off x="3921125" y="735499"/>
              <a:ext cx="256271" cy="264154"/>
            </a:xfrm>
            <a:prstGeom prst="roundRect">
              <a:avLst>
                <a:gd name="adj" fmla="val 3600"/>
              </a:avLst>
            </a:prstGeom>
            <a:ln w="36000">
              <a:solidFill>
                <a:srgbClr val="00B0F0"/>
              </a:solidFill>
              <a:round/>
            </a:ln>
          </p:spPr>
        </p:sp>
        <p:sp>
          <p:nvSpPr>
            <p:cNvPr id="46" name="CustomShape 6__"/>
            <p:cNvSpPr/>
            <p:nvPr/>
          </p:nvSpPr>
          <p:spPr>
            <a:xfrm>
              <a:off x="2600324" y="1074124"/>
              <a:ext cx="256271" cy="264154"/>
            </a:xfrm>
            <a:prstGeom prst="roundRect">
              <a:avLst>
                <a:gd name="adj" fmla="val 3600"/>
              </a:avLst>
            </a:prstGeom>
            <a:ln w="36000">
              <a:solidFill>
                <a:srgbClr val="00B0F0"/>
              </a:solidFill>
              <a:round/>
            </a:ln>
          </p:spPr>
        </p:sp>
        <p:sp>
          <p:nvSpPr>
            <p:cNvPr id="47" name="CustomShape 12_"/>
            <p:cNvSpPr/>
            <p:nvPr/>
          </p:nvSpPr>
          <p:spPr>
            <a:xfrm>
              <a:off x="2929388" y="1085124"/>
              <a:ext cx="256271" cy="264154"/>
            </a:xfrm>
            <a:prstGeom prst="roundRect">
              <a:avLst>
                <a:gd name="adj" fmla="val 3600"/>
              </a:avLst>
            </a:prstGeom>
            <a:ln w="36000">
              <a:solidFill>
                <a:srgbClr val="E6FF00"/>
              </a:solidFill>
              <a:round/>
            </a:ln>
          </p:spPr>
        </p:sp>
        <p:sp>
          <p:nvSpPr>
            <p:cNvPr id="48" name="CustomShape 20__"/>
            <p:cNvSpPr/>
            <p:nvPr/>
          </p:nvSpPr>
          <p:spPr>
            <a:xfrm>
              <a:off x="3264130" y="1066395"/>
              <a:ext cx="256271" cy="264154"/>
            </a:xfrm>
            <a:prstGeom prst="roundRect">
              <a:avLst>
                <a:gd name="adj" fmla="val 3600"/>
              </a:avLst>
            </a:prstGeom>
            <a:ln w="36000">
              <a:solidFill>
                <a:srgbClr val="FF420E"/>
              </a:solidFill>
              <a:round/>
            </a:ln>
          </p:spPr>
        </p:sp>
        <p:sp>
          <p:nvSpPr>
            <p:cNvPr id="49" name="CustomShape 6___"/>
            <p:cNvSpPr/>
            <p:nvPr/>
          </p:nvSpPr>
          <p:spPr>
            <a:xfrm>
              <a:off x="3600681" y="1066395"/>
              <a:ext cx="256271" cy="264154"/>
            </a:xfrm>
            <a:prstGeom prst="roundRect">
              <a:avLst>
                <a:gd name="adj" fmla="val 3600"/>
              </a:avLst>
            </a:prstGeom>
            <a:ln w="36000">
              <a:solidFill>
                <a:srgbClr val="00B0F0"/>
              </a:solidFill>
              <a:round/>
            </a:ln>
          </p:spPr>
        </p:sp>
        <p:sp>
          <p:nvSpPr>
            <p:cNvPr id="50" name="CustomShape 20___"/>
            <p:cNvSpPr/>
            <p:nvPr/>
          </p:nvSpPr>
          <p:spPr>
            <a:xfrm>
              <a:off x="3921124" y="1065990"/>
              <a:ext cx="256271" cy="264154"/>
            </a:xfrm>
            <a:prstGeom prst="roundRect">
              <a:avLst>
                <a:gd name="adj" fmla="val 3600"/>
              </a:avLst>
            </a:prstGeom>
            <a:ln w="36000">
              <a:solidFill>
                <a:srgbClr val="FF420E"/>
              </a:solidFill>
              <a:round/>
            </a:ln>
          </p:spPr>
        </p:sp>
        <p:sp>
          <p:nvSpPr>
            <p:cNvPr id="51" name="CustomShape 6____"/>
            <p:cNvSpPr/>
            <p:nvPr/>
          </p:nvSpPr>
          <p:spPr>
            <a:xfrm>
              <a:off x="2600325" y="1412246"/>
              <a:ext cx="256271" cy="264154"/>
            </a:xfrm>
            <a:prstGeom prst="roundRect">
              <a:avLst>
                <a:gd name="adj" fmla="val 3600"/>
              </a:avLst>
            </a:prstGeom>
            <a:ln w="36000">
              <a:solidFill>
                <a:srgbClr val="2323DC"/>
              </a:solidFill>
              <a:round/>
            </a:ln>
          </p:spPr>
        </p:sp>
        <p:sp>
          <p:nvSpPr>
            <p:cNvPr id="52" name="CustomShape 12__"/>
            <p:cNvSpPr/>
            <p:nvPr/>
          </p:nvSpPr>
          <p:spPr>
            <a:xfrm>
              <a:off x="2929390" y="1412246"/>
              <a:ext cx="256271" cy="264154"/>
            </a:xfrm>
            <a:prstGeom prst="roundRect">
              <a:avLst>
                <a:gd name="adj" fmla="val 3600"/>
              </a:avLst>
            </a:prstGeom>
            <a:ln w="36000">
              <a:solidFill>
                <a:srgbClr val="E6FF00"/>
              </a:solidFill>
              <a:round/>
            </a:ln>
          </p:spPr>
        </p:sp>
        <p:sp>
          <p:nvSpPr>
            <p:cNvPr id="53" name="CustomShape 20____"/>
            <p:cNvSpPr/>
            <p:nvPr/>
          </p:nvSpPr>
          <p:spPr>
            <a:xfrm>
              <a:off x="3261861" y="1412246"/>
              <a:ext cx="256271" cy="264154"/>
            </a:xfrm>
            <a:prstGeom prst="roundRect">
              <a:avLst>
                <a:gd name="adj" fmla="val 3600"/>
              </a:avLst>
            </a:prstGeom>
            <a:ln w="36000">
              <a:solidFill>
                <a:srgbClr val="FF420E"/>
              </a:solidFill>
              <a:round/>
            </a:ln>
          </p:spPr>
        </p:sp>
        <p:sp>
          <p:nvSpPr>
            <p:cNvPr id="54" name="CustomShape 12___"/>
            <p:cNvSpPr/>
            <p:nvPr/>
          </p:nvSpPr>
          <p:spPr>
            <a:xfrm>
              <a:off x="3590925" y="1412246"/>
              <a:ext cx="256271" cy="264154"/>
            </a:xfrm>
            <a:prstGeom prst="roundRect">
              <a:avLst>
                <a:gd name="adj" fmla="val 3600"/>
              </a:avLst>
            </a:prstGeom>
            <a:ln w="36000">
              <a:solidFill>
                <a:srgbClr val="E6FF00"/>
              </a:solidFill>
              <a:round/>
            </a:ln>
          </p:spPr>
        </p:sp>
        <p:sp>
          <p:nvSpPr>
            <p:cNvPr id="55" name="CustomShape 20_____"/>
            <p:cNvSpPr/>
            <p:nvPr/>
          </p:nvSpPr>
          <p:spPr>
            <a:xfrm>
              <a:off x="3920913" y="1416513"/>
              <a:ext cx="256271" cy="264154"/>
            </a:xfrm>
            <a:prstGeom prst="roundRect">
              <a:avLst>
                <a:gd name="adj" fmla="val 3600"/>
              </a:avLst>
            </a:prstGeom>
            <a:ln w="36000">
              <a:solidFill>
                <a:srgbClr val="FF420E"/>
              </a:solidFill>
              <a:round/>
            </a:ln>
          </p:spPr>
        </p:sp>
        <p:sp>
          <p:nvSpPr>
            <p:cNvPr id="56" name="CustomShape 6_____"/>
            <p:cNvSpPr/>
            <p:nvPr/>
          </p:nvSpPr>
          <p:spPr>
            <a:xfrm>
              <a:off x="2600323" y="1756760"/>
              <a:ext cx="256271" cy="264154"/>
            </a:xfrm>
            <a:prstGeom prst="roundRect">
              <a:avLst>
                <a:gd name="adj" fmla="val 3600"/>
              </a:avLst>
            </a:prstGeom>
            <a:ln w="36000">
              <a:solidFill>
                <a:srgbClr val="00B0F0"/>
              </a:solidFill>
              <a:round/>
            </a:ln>
          </p:spPr>
        </p:sp>
        <p:sp>
          <p:nvSpPr>
            <p:cNvPr id="57" name="CustomShape 6______"/>
            <p:cNvSpPr/>
            <p:nvPr/>
          </p:nvSpPr>
          <p:spPr>
            <a:xfrm>
              <a:off x="2929387" y="1756760"/>
              <a:ext cx="256271" cy="264154"/>
            </a:xfrm>
            <a:prstGeom prst="roundRect">
              <a:avLst>
                <a:gd name="adj" fmla="val 3600"/>
              </a:avLst>
            </a:prstGeom>
            <a:ln w="36000">
              <a:solidFill>
                <a:srgbClr val="00B0F0"/>
              </a:solidFill>
              <a:round/>
            </a:ln>
          </p:spPr>
        </p:sp>
        <p:sp>
          <p:nvSpPr>
            <p:cNvPr id="58" name="TextBox 57"/>
            <p:cNvSpPr txBox="1"/>
            <p:nvPr/>
          </p:nvSpPr>
          <p:spPr>
            <a:xfrm>
              <a:off x="3209925" y="1676401"/>
              <a:ext cx="1014866" cy="527617"/>
            </a:xfrm>
            <a:prstGeom prst="rect">
              <a:avLst/>
            </a:prstGeom>
            <a:noFill/>
          </p:spPr>
          <p:txBody>
            <a:bodyPr wrap="square" rtlCol="0">
              <a:spAutoFit/>
            </a:bodyPr>
            <a:lstStyle/>
            <a:p>
              <a:r>
                <a:rPr lang="en-US" dirty="0" smtClean="0"/>
                <a:t>… …</a:t>
              </a:r>
              <a:endParaRPr lang="en-US" dirty="0"/>
            </a:p>
          </p:txBody>
        </p:sp>
        <p:sp>
          <p:nvSpPr>
            <p:cNvPr id="60" name="TextBox 59"/>
            <p:cNvSpPr txBox="1"/>
            <p:nvPr/>
          </p:nvSpPr>
          <p:spPr>
            <a:xfrm>
              <a:off x="4576762" y="777286"/>
              <a:ext cx="2052637" cy="369332"/>
            </a:xfrm>
            <a:prstGeom prst="rect">
              <a:avLst/>
            </a:prstGeom>
            <a:noFill/>
          </p:spPr>
          <p:txBody>
            <a:bodyPr wrap="square" rtlCol="0">
              <a:spAutoFit/>
            </a:bodyPr>
            <a:lstStyle/>
            <a:p>
              <a:r>
                <a:rPr lang="en-US" dirty="0" smtClean="0"/>
                <a:t>… … … … … … … …</a:t>
              </a:r>
              <a:endParaRPr lang="en-US" dirty="0"/>
            </a:p>
          </p:txBody>
        </p:sp>
        <p:sp>
          <p:nvSpPr>
            <p:cNvPr id="61" name="TextBox 60"/>
            <p:cNvSpPr txBox="1"/>
            <p:nvPr/>
          </p:nvSpPr>
          <p:spPr>
            <a:xfrm>
              <a:off x="4576762" y="1131046"/>
              <a:ext cx="2052637" cy="527617"/>
            </a:xfrm>
            <a:prstGeom prst="rect">
              <a:avLst/>
            </a:prstGeom>
            <a:noFill/>
          </p:spPr>
          <p:txBody>
            <a:bodyPr wrap="square" rtlCol="0">
              <a:spAutoFit/>
            </a:bodyPr>
            <a:lstStyle/>
            <a:p>
              <a:endParaRPr lang="en-US" dirty="0"/>
            </a:p>
          </p:txBody>
        </p:sp>
        <p:sp>
          <p:nvSpPr>
            <p:cNvPr id="62" name="TextBox 61"/>
            <p:cNvSpPr txBox="1"/>
            <p:nvPr/>
          </p:nvSpPr>
          <p:spPr>
            <a:xfrm>
              <a:off x="4576762" y="1544324"/>
              <a:ext cx="2052637" cy="527617"/>
            </a:xfrm>
            <a:prstGeom prst="rect">
              <a:avLst/>
            </a:prstGeom>
            <a:noFill/>
          </p:spPr>
          <p:txBody>
            <a:bodyPr wrap="square" rtlCol="0">
              <a:spAutoFit/>
            </a:bodyPr>
            <a:lstStyle/>
            <a:p>
              <a:r>
                <a:rPr lang="en-US" dirty="0" smtClean="0"/>
                <a:t>… … … … … …</a:t>
              </a:r>
              <a:endParaRPr lang="en-US" dirty="0"/>
            </a:p>
          </p:txBody>
        </p:sp>
        <p:sp>
          <p:nvSpPr>
            <p:cNvPr id="63" name="CustomShape 20______"/>
            <p:cNvSpPr/>
            <p:nvPr/>
          </p:nvSpPr>
          <p:spPr>
            <a:xfrm>
              <a:off x="4733925" y="1973251"/>
              <a:ext cx="256271" cy="264154"/>
            </a:xfrm>
            <a:prstGeom prst="roundRect">
              <a:avLst>
                <a:gd name="adj" fmla="val 3600"/>
              </a:avLst>
            </a:prstGeom>
            <a:ln w="36000">
              <a:solidFill>
                <a:srgbClr val="FF420E"/>
              </a:solidFill>
              <a:round/>
            </a:ln>
          </p:spPr>
        </p:sp>
        <p:sp>
          <p:nvSpPr>
            <p:cNvPr id="64" name="CustomShape 12____"/>
            <p:cNvSpPr/>
            <p:nvPr/>
          </p:nvSpPr>
          <p:spPr>
            <a:xfrm>
              <a:off x="5114925" y="1973251"/>
              <a:ext cx="256271" cy="264154"/>
            </a:xfrm>
            <a:prstGeom prst="roundRect">
              <a:avLst>
                <a:gd name="adj" fmla="val 3600"/>
              </a:avLst>
            </a:prstGeom>
            <a:ln w="36000">
              <a:solidFill>
                <a:srgbClr val="E6FF00"/>
              </a:solidFill>
              <a:round/>
            </a:ln>
          </p:spPr>
        </p:sp>
        <p:sp>
          <p:nvSpPr>
            <p:cNvPr id="65" name="CustomShape 6_______"/>
            <p:cNvSpPr/>
            <p:nvPr/>
          </p:nvSpPr>
          <p:spPr>
            <a:xfrm>
              <a:off x="5474944" y="1968829"/>
              <a:ext cx="256271" cy="264154"/>
            </a:xfrm>
            <a:prstGeom prst="roundRect">
              <a:avLst>
                <a:gd name="adj" fmla="val 3600"/>
              </a:avLst>
            </a:prstGeom>
            <a:ln w="36000">
              <a:solidFill>
                <a:srgbClr val="00B0F0"/>
              </a:solidFill>
              <a:round/>
            </a:ln>
          </p:spPr>
        </p:sp>
        <p:sp>
          <p:nvSpPr>
            <p:cNvPr id="66" name="CustomShape 6________"/>
            <p:cNvSpPr/>
            <p:nvPr/>
          </p:nvSpPr>
          <p:spPr>
            <a:xfrm>
              <a:off x="5883615" y="1968829"/>
              <a:ext cx="256271" cy="264154"/>
            </a:xfrm>
            <a:prstGeom prst="roundRect">
              <a:avLst>
                <a:gd name="adj" fmla="val 3600"/>
              </a:avLst>
            </a:prstGeom>
            <a:ln w="36000">
              <a:solidFill>
                <a:srgbClr val="00B0F0"/>
              </a:solidFill>
              <a:round/>
            </a:ln>
          </p:spPr>
        </p:sp>
      </p:grpSp>
      <p:sp>
        <p:nvSpPr>
          <p:cNvPr id="68" name="TextBox 67"/>
          <p:cNvSpPr txBox="1"/>
          <p:nvPr/>
        </p:nvSpPr>
        <p:spPr>
          <a:xfrm>
            <a:off x="2909107" y="1447800"/>
            <a:ext cx="1436846" cy="369332"/>
          </a:xfrm>
          <a:prstGeom prst="rect">
            <a:avLst/>
          </a:prstGeom>
          <a:noFill/>
        </p:spPr>
        <p:txBody>
          <a:bodyPr wrap="square" rtlCol="0">
            <a:spAutoFit/>
          </a:bodyPr>
          <a:lstStyle/>
          <a:p>
            <a:r>
              <a:rPr lang="en-US" dirty="0" smtClean="0"/>
              <a:t>… … … … …</a:t>
            </a:r>
            <a:endParaRPr lang="en-US" dirty="0"/>
          </a:p>
        </p:txBody>
      </p:sp>
      <p:cxnSp>
        <p:nvCxnSpPr>
          <p:cNvPr id="70" name="Straight Arrow Connector 69"/>
          <p:cNvCxnSpPr>
            <a:stCxn id="41" idx="2"/>
            <a:endCxn id="34" idx="7"/>
          </p:cNvCxnSpPr>
          <p:nvPr/>
        </p:nvCxnSpPr>
        <p:spPr>
          <a:xfrm>
            <a:off x="2969101" y="801019"/>
            <a:ext cx="1181662" cy="219001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72" name="Straight Arrow Connector 71"/>
          <p:cNvCxnSpPr>
            <a:stCxn id="42" idx="2"/>
            <a:endCxn id="34" idx="7"/>
          </p:cNvCxnSpPr>
          <p:nvPr/>
        </p:nvCxnSpPr>
        <p:spPr>
          <a:xfrm>
            <a:off x="3199447" y="801019"/>
            <a:ext cx="951316" cy="219001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74" name="Straight Arrow Connector 73"/>
          <p:cNvCxnSpPr>
            <a:stCxn id="43" idx="2"/>
            <a:endCxn id="34" idx="7"/>
          </p:cNvCxnSpPr>
          <p:nvPr/>
        </p:nvCxnSpPr>
        <p:spPr>
          <a:xfrm>
            <a:off x="3432177" y="801019"/>
            <a:ext cx="718586" cy="219001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76" name="Straight Arrow Connector 75"/>
          <p:cNvCxnSpPr>
            <a:stCxn id="44" idx="2"/>
            <a:endCxn id="34" idx="7"/>
          </p:cNvCxnSpPr>
          <p:nvPr/>
        </p:nvCxnSpPr>
        <p:spPr>
          <a:xfrm>
            <a:off x="3664906" y="801019"/>
            <a:ext cx="485857" cy="219001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78" name="Straight Arrow Connector 77"/>
          <p:cNvCxnSpPr>
            <a:stCxn id="64" idx="2"/>
            <a:endCxn id="34" idx="1"/>
          </p:cNvCxnSpPr>
          <p:nvPr/>
        </p:nvCxnSpPr>
        <p:spPr>
          <a:xfrm flipH="1">
            <a:off x="4266433" y="1667445"/>
            <a:ext cx="462889" cy="132358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80" name="Straight Arrow Connector 79"/>
          <p:cNvCxnSpPr>
            <a:stCxn id="65" idx="2"/>
            <a:endCxn id="34" idx="1"/>
          </p:cNvCxnSpPr>
          <p:nvPr/>
        </p:nvCxnSpPr>
        <p:spPr>
          <a:xfrm flipH="1">
            <a:off x="4266433" y="1664350"/>
            <a:ext cx="714903" cy="132668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82" name="Straight Arrow Connector 81"/>
          <p:cNvCxnSpPr>
            <a:stCxn id="66" idx="2"/>
            <a:endCxn id="34" idx="1"/>
          </p:cNvCxnSpPr>
          <p:nvPr/>
        </p:nvCxnSpPr>
        <p:spPr>
          <a:xfrm flipH="1">
            <a:off x="4266433" y="1664350"/>
            <a:ext cx="1000972" cy="132668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84" name="Straight Arrow Connector 83"/>
          <p:cNvCxnSpPr>
            <a:stCxn id="63" idx="2"/>
            <a:endCxn id="34" idx="1"/>
          </p:cNvCxnSpPr>
          <p:nvPr/>
        </p:nvCxnSpPr>
        <p:spPr>
          <a:xfrm flipH="1">
            <a:off x="4266433" y="1667445"/>
            <a:ext cx="196189" cy="132358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6776200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p:cNvGrpSpPr/>
          <p:nvPr/>
        </p:nvGrpSpPr>
        <p:grpSpPr>
          <a:xfrm flipH="1">
            <a:off x="2590800" y="2449622"/>
            <a:ext cx="3603635" cy="1436578"/>
            <a:chOff x="901767" y="2057400"/>
            <a:chExt cx="6714579" cy="2544019"/>
          </a:xfrm>
        </p:grpSpPr>
        <p:sp>
          <p:nvSpPr>
            <p:cNvPr id="6" name="Rectangle 5"/>
            <p:cNvSpPr/>
            <p:nvPr/>
          </p:nvSpPr>
          <p:spPr>
            <a:xfrm>
              <a:off x="3031495" y="2491264"/>
              <a:ext cx="1965505" cy="1547337"/>
            </a:xfrm>
            <a:prstGeom prst="rect">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7" name="Group 6"/>
            <p:cNvGrpSpPr/>
            <p:nvPr/>
          </p:nvGrpSpPr>
          <p:grpSpPr>
            <a:xfrm>
              <a:off x="3371243" y="2971543"/>
              <a:ext cx="1591182" cy="591768"/>
              <a:chOff x="3431442" y="2895600"/>
              <a:chExt cx="1591182" cy="591768"/>
            </a:xfrm>
          </p:grpSpPr>
          <p:grpSp>
            <p:nvGrpSpPr>
              <p:cNvPr id="32" name="Group 31"/>
              <p:cNvGrpSpPr/>
              <p:nvPr/>
            </p:nvGrpSpPr>
            <p:grpSpPr>
              <a:xfrm>
                <a:off x="3431442" y="2895600"/>
                <a:ext cx="647741" cy="591768"/>
                <a:chOff x="3431443" y="2895085"/>
                <a:chExt cx="647741" cy="591768"/>
              </a:xfrm>
            </p:grpSpPr>
            <p:sp>
              <p:nvSpPr>
                <p:cNvPr id="36" name="Oval 35"/>
                <p:cNvSpPr/>
                <p:nvPr/>
              </p:nvSpPr>
              <p:spPr>
                <a:xfrm>
                  <a:off x="3621984" y="2895085"/>
                  <a:ext cx="304801" cy="3048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7" name="TextBox 36"/>
                    <p:cNvSpPr txBox="1"/>
                    <p:nvPr/>
                  </p:nvSpPr>
                  <p:spPr>
                    <a:xfrm>
                      <a:off x="3431443" y="3105339"/>
                      <a:ext cx="647741" cy="38151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solidFill>
                                      <a:srgbClr val="000000"/>
                                    </a:solidFill>
                                    <a:latin typeface="Cambria Math"/>
                                  </a:rPr>
                                </m:ctrlPr>
                              </m:sSubPr>
                              <m:e>
                                <m:r>
                                  <a:rPr lang="en-US" b="0" i="1" smtClean="0">
                                    <a:solidFill>
                                      <a:srgbClr val="000000"/>
                                    </a:solidFill>
                                    <a:latin typeface="Cambria Math"/>
                                  </a:rPr>
                                  <m:t>𝑍</m:t>
                                </m:r>
                              </m:e>
                              <m:sub>
                                <m:r>
                                  <a:rPr lang="en-US" b="0" i="1" smtClean="0">
                                    <a:solidFill>
                                      <a:srgbClr val="000000"/>
                                    </a:solidFill>
                                    <a:latin typeface="Cambria Math"/>
                                  </a:rPr>
                                  <m:t>𝑑</m:t>
                                </m:r>
                                <m:r>
                                  <a:rPr lang="en-US" b="0" i="1" smtClean="0">
                                    <a:solidFill>
                                      <a:srgbClr val="000000"/>
                                    </a:solidFill>
                                    <a:latin typeface="Cambria Math"/>
                                  </a:rPr>
                                  <m:t>,</m:t>
                                </m:r>
                                <m:r>
                                  <a:rPr lang="en-US" b="0" i="1" smtClean="0">
                                    <a:solidFill>
                                      <a:srgbClr val="000000"/>
                                    </a:solidFill>
                                    <a:latin typeface="Cambria Math"/>
                                  </a:rPr>
                                  <m:t>𝑛</m:t>
                                </m:r>
                              </m:sub>
                            </m:sSub>
                          </m:oMath>
                        </m:oMathPara>
                      </a14:m>
                      <a:endParaRPr lang="en-US" dirty="0">
                        <a:solidFill>
                          <a:srgbClr val="000000"/>
                        </a:solidFill>
                      </a:endParaRPr>
                    </a:p>
                  </p:txBody>
                </p:sp>
              </mc:Choice>
              <mc:Fallback xmlns="">
                <p:sp>
                  <p:nvSpPr>
                    <p:cNvPr id="39" name="TextBox 38"/>
                    <p:cNvSpPr txBox="1">
                      <a:spLocks noRot="1" noChangeAspect="1" noMove="1" noResize="1" noEditPoints="1" noAdjustHandles="1" noChangeArrowheads="1" noChangeShapeType="1" noTextEdit="1"/>
                    </p:cNvSpPr>
                    <p:nvPr/>
                  </p:nvSpPr>
                  <p:spPr>
                    <a:xfrm>
                      <a:off x="3431443" y="3105339"/>
                      <a:ext cx="647741" cy="381514"/>
                    </a:xfrm>
                    <a:prstGeom prst="rect">
                      <a:avLst/>
                    </a:prstGeom>
                    <a:blipFill rotWithShape="1">
                      <a:blip r:embed="rId5"/>
                      <a:stretch>
                        <a:fillRect r="-50877" b="-74286"/>
                      </a:stretch>
                    </a:blipFill>
                  </p:spPr>
                  <p:txBody>
                    <a:bodyPr/>
                    <a:lstStyle/>
                    <a:p>
                      <a:r>
                        <a:rPr lang="en-US">
                          <a:noFill/>
                        </a:rPr>
                        <a:t> </a:t>
                      </a:r>
                    </a:p>
                  </p:txBody>
                </p:sp>
              </mc:Fallback>
            </mc:AlternateContent>
          </p:grpSp>
          <p:grpSp>
            <p:nvGrpSpPr>
              <p:cNvPr id="33" name="Group 32"/>
              <p:cNvGrpSpPr/>
              <p:nvPr/>
            </p:nvGrpSpPr>
            <p:grpSpPr>
              <a:xfrm>
                <a:off x="4315444" y="2895600"/>
                <a:ext cx="707180" cy="591254"/>
                <a:chOff x="4315444" y="2895600"/>
                <a:chExt cx="707180" cy="591254"/>
              </a:xfrm>
            </p:grpSpPr>
            <p:sp>
              <p:nvSpPr>
                <p:cNvPr id="34" name="Oval 33"/>
                <p:cNvSpPr/>
                <p:nvPr/>
              </p:nvSpPr>
              <p:spPr>
                <a:xfrm>
                  <a:off x="4509736" y="2895600"/>
                  <a:ext cx="304799" cy="304799"/>
                </a:xfrm>
                <a:prstGeom prst="ellipse">
                  <a:avLst/>
                </a:prstGeom>
                <a:pattFill prst="pct50">
                  <a:fgClr>
                    <a:schemeClr val="tx2"/>
                  </a:fgClr>
                  <a:bgClr>
                    <a:schemeClr val="tx2">
                      <a:lumMod val="50000"/>
                    </a:schemeClr>
                  </a:bgClr>
                </a:pattFill>
                <a:ln>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5" name="TextBox 34"/>
                    <p:cNvSpPr txBox="1"/>
                    <p:nvPr/>
                  </p:nvSpPr>
                  <p:spPr>
                    <a:xfrm>
                      <a:off x="4315444" y="3105340"/>
                      <a:ext cx="707180" cy="38151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solidFill>
                                      <a:srgbClr val="000000"/>
                                    </a:solidFill>
                                    <a:latin typeface="Cambria Math"/>
                                  </a:rPr>
                                </m:ctrlPr>
                              </m:sSubPr>
                              <m:e>
                                <m:r>
                                  <a:rPr lang="en-US" b="0" i="1" smtClean="0">
                                    <a:solidFill>
                                      <a:srgbClr val="000000"/>
                                    </a:solidFill>
                                    <a:latin typeface="Cambria Math"/>
                                  </a:rPr>
                                  <m:t>𝑊</m:t>
                                </m:r>
                              </m:e>
                              <m:sub>
                                <m:r>
                                  <a:rPr lang="en-US" b="0" i="1" smtClean="0">
                                    <a:solidFill>
                                      <a:srgbClr val="000000"/>
                                    </a:solidFill>
                                    <a:latin typeface="Cambria Math"/>
                                  </a:rPr>
                                  <m:t>𝑑</m:t>
                                </m:r>
                                <m:r>
                                  <a:rPr lang="en-US" b="0" i="1" smtClean="0">
                                    <a:solidFill>
                                      <a:srgbClr val="000000"/>
                                    </a:solidFill>
                                    <a:latin typeface="Cambria Math"/>
                                  </a:rPr>
                                  <m:t>,</m:t>
                                </m:r>
                                <m:r>
                                  <a:rPr lang="en-US" b="0" i="1" smtClean="0">
                                    <a:solidFill>
                                      <a:srgbClr val="000000"/>
                                    </a:solidFill>
                                    <a:latin typeface="Cambria Math"/>
                                  </a:rPr>
                                  <m:t>𝑛</m:t>
                                </m:r>
                              </m:sub>
                            </m:sSub>
                          </m:oMath>
                        </m:oMathPara>
                      </a14:m>
                      <a:endParaRPr lang="en-US" dirty="0">
                        <a:solidFill>
                          <a:srgbClr val="000000"/>
                        </a:solidFill>
                      </a:endParaRPr>
                    </a:p>
                  </p:txBody>
                </p:sp>
              </mc:Choice>
              <mc:Fallback xmlns="">
                <p:sp>
                  <p:nvSpPr>
                    <p:cNvPr id="37" name="TextBox 36"/>
                    <p:cNvSpPr txBox="1">
                      <a:spLocks noRot="1" noChangeAspect="1" noMove="1" noResize="1" noEditPoints="1" noAdjustHandles="1" noChangeArrowheads="1" noChangeShapeType="1" noTextEdit="1"/>
                    </p:cNvSpPr>
                    <p:nvPr/>
                  </p:nvSpPr>
                  <p:spPr>
                    <a:xfrm>
                      <a:off x="4315444" y="3105340"/>
                      <a:ext cx="707180" cy="381514"/>
                    </a:xfrm>
                    <a:prstGeom prst="rect">
                      <a:avLst/>
                    </a:prstGeom>
                    <a:blipFill rotWithShape="1">
                      <a:blip r:embed="rId6"/>
                      <a:stretch>
                        <a:fillRect r="-54839" b="-74286"/>
                      </a:stretch>
                    </a:blipFill>
                  </p:spPr>
                  <p:txBody>
                    <a:bodyPr/>
                    <a:lstStyle/>
                    <a:p>
                      <a:r>
                        <a:rPr lang="en-US">
                          <a:noFill/>
                        </a:rPr>
                        <a:t> </a:t>
                      </a:r>
                    </a:p>
                  </p:txBody>
                </p:sp>
              </mc:Fallback>
            </mc:AlternateContent>
          </p:grpSp>
        </p:grpSp>
        <mc:AlternateContent xmlns:mc="http://schemas.openxmlformats.org/markup-compatibility/2006" xmlns:a14="http://schemas.microsoft.com/office/drawing/2010/main">
          <mc:Choice Requires="a14">
            <p:sp>
              <p:nvSpPr>
                <p:cNvPr id="8" name="TextBox 7"/>
                <p:cNvSpPr txBox="1"/>
                <p:nvPr/>
              </p:nvSpPr>
              <p:spPr>
                <a:xfrm>
                  <a:off x="3126720" y="3659386"/>
                  <a:ext cx="472703" cy="46328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100" b="0" i="1" smtClean="0">
                                <a:solidFill>
                                  <a:srgbClr val="000000"/>
                                </a:solidFill>
                                <a:latin typeface="Cambria Math"/>
                              </a:rPr>
                            </m:ctrlPr>
                          </m:sSubPr>
                          <m:e>
                            <m:r>
                              <a:rPr lang="en-US" sz="1100" b="0" i="1" smtClean="0">
                                <a:solidFill>
                                  <a:srgbClr val="000000"/>
                                </a:solidFill>
                                <a:latin typeface="Cambria Math"/>
                              </a:rPr>
                              <m:t>𝑁</m:t>
                            </m:r>
                          </m:e>
                          <m:sub>
                            <m:r>
                              <a:rPr lang="en-US" sz="1100" b="0" i="1" smtClean="0">
                                <a:solidFill>
                                  <a:srgbClr val="000000"/>
                                </a:solidFill>
                                <a:latin typeface="Cambria Math"/>
                              </a:rPr>
                              <m:t>𝑑</m:t>
                            </m:r>
                          </m:sub>
                        </m:sSub>
                      </m:oMath>
                    </m:oMathPara>
                  </a14:m>
                  <a:endParaRPr lang="en-US" sz="1100" dirty="0">
                    <a:solidFill>
                      <a:srgbClr val="000000"/>
                    </a:solidFill>
                  </a:endParaRPr>
                </a:p>
              </p:txBody>
            </p:sp>
          </mc:Choice>
          <mc:Fallback xmlns="">
            <p:sp>
              <p:nvSpPr>
                <p:cNvPr id="10" name="TextBox 9"/>
                <p:cNvSpPr txBox="1">
                  <a:spLocks noRot="1" noChangeAspect="1" noMove="1" noResize="1" noEditPoints="1" noAdjustHandles="1" noChangeArrowheads="1" noChangeShapeType="1" noTextEdit="1"/>
                </p:cNvSpPr>
                <p:nvPr/>
              </p:nvSpPr>
              <p:spPr>
                <a:xfrm>
                  <a:off x="3126720" y="3659386"/>
                  <a:ext cx="472703" cy="463282"/>
                </a:xfrm>
                <a:prstGeom prst="rect">
                  <a:avLst/>
                </a:prstGeom>
                <a:blipFill rotWithShape="1">
                  <a:blip r:embed="rId7"/>
                  <a:stretch>
                    <a:fillRect r="-11905"/>
                  </a:stretch>
                </a:blipFill>
              </p:spPr>
              <p:txBody>
                <a:bodyPr/>
                <a:lstStyle/>
                <a:p>
                  <a:r>
                    <a:rPr lang="en-US">
                      <a:noFill/>
                    </a:rPr>
                    <a:t> </a:t>
                  </a:r>
                </a:p>
              </p:txBody>
            </p:sp>
          </mc:Fallback>
        </mc:AlternateContent>
        <p:grpSp>
          <p:nvGrpSpPr>
            <p:cNvPr id="9" name="Group 8"/>
            <p:cNvGrpSpPr/>
            <p:nvPr/>
          </p:nvGrpSpPr>
          <p:grpSpPr>
            <a:xfrm>
              <a:off x="1715973" y="2057400"/>
              <a:ext cx="3922828" cy="2532351"/>
              <a:chOff x="1480603" y="2057400"/>
              <a:chExt cx="4158197" cy="2532351"/>
            </a:xfrm>
          </p:grpSpPr>
          <mc:AlternateContent xmlns:mc="http://schemas.openxmlformats.org/markup-compatibility/2006" xmlns:a14="http://schemas.microsoft.com/office/drawing/2010/main">
            <mc:Choice Requires="a14">
              <p:sp>
                <p:nvSpPr>
                  <p:cNvPr id="30" name="TextBox 29"/>
                  <p:cNvSpPr txBox="1"/>
                  <p:nvPr/>
                </p:nvSpPr>
                <p:spPr>
                  <a:xfrm>
                    <a:off x="1480603" y="4126469"/>
                    <a:ext cx="641949" cy="46328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100" b="0" i="1" smtClean="0">
                              <a:solidFill>
                                <a:srgbClr val="000000"/>
                              </a:solidFill>
                              <a:latin typeface="Cambria Math"/>
                            </a:rPr>
                            <m:t>𝐷</m:t>
                          </m:r>
                        </m:oMath>
                      </m:oMathPara>
                    </a14:m>
                    <a:endParaRPr lang="en-US" sz="1100" dirty="0">
                      <a:solidFill>
                        <a:srgbClr val="000000"/>
                      </a:solidFill>
                    </a:endParaRPr>
                  </a:p>
                </p:txBody>
              </p:sp>
            </mc:Choice>
            <mc:Fallback xmlns="">
              <p:sp>
                <p:nvSpPr>
                  <p:cNvPr id="32" name="TextBox 31"/>
                  <p:cNvSpPr txBox="1">
                    <a:spLocks noRot="1" noChangeAspect="1" noMove="1" noResize="1" noEditPoints="1" noAdjustHandles="1" noChangeArrowheads="1" noChangeShapeType="1" noTextEdit="1"/>
                  </p:cNvSpPr>
                  <p:nvPr/>
                </p:nvSpPr>
                <p:spPr>
                  <a:xfrm>
                    <a:off x="1480603" y="4126469"/>
                    <a:ext cx="641949" cy="463282"/>
                  </a:xfrm>
                  <a:prstGeom prst="rect">
                    <a:avLst/>
                  </a:prstGeom>
                  <a:blipFill rotWithShape="1">
                    <a:blip r:embed="rId8"/>
                    <a:stretch>
                      <a:fillRect/>
                    </a:stretch>
                  </a:blipFill>
                </p:spPr>
                <p:txBody>
                  <a:bodyPr/>
                  <a:lstStyle/>
                  <a:p>
                    <a:r>
                      <a:rPr lang="en-US">
                        <a:noFill/>
                      </a:rPr>
                      <a:t> </a:t>
                    </a:r>
                  </a:p>
                </p:txBody>
              </p:sp>
            </mc:Fallback>
          </mc:AlternateContent>
          <p:sp>
            <p:nvSpPr>
              <p:cNvPr id="31" name="Rectangle 30"/>
              <p:cNvSpPr/>
              <p:nvPr/>
            </p:nvSpPr>
            <p:spPr>
              <a:xfrm>
                <a:off x="1600200" y="2057400"/>
                <a:ext cx="4038600" cy="2438400"/>
              </a:xfrm>
              <a:prstGeom prst="rect">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10" name="Group 9"/>
            <p:cNvGrpSpPr/>
            <p:nvPr/>
          </p:nvGrpSpPr>
          <p:grpSpPr>
            <a:xfrm>
              <a:off x="2362200" y="2971543"/>
              <a:ext cx="492764" cy="579585"/>
              <a:chOff x="2362200" y="2971543"/>
              <a:chExt cx="492764" cy="579585"/>
            </a:xfrm>
          </p:grpSpPr>
          <p:sp>
            <p:nvSpPr>
              <p:cNvPr id="28" name="Oval 27"/>
              <p:cNvSpPr/>
              <p:nvPr/>
            </p:nvSpPr>
            <p:spPr>
              <a:xfrm>
                <a:off x="2438400" y="2971543"/>
                <a:ext cx="304800" cy="3048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9" name="TextBox 28"/>
                  <p:cNvSpPr txBox="1"/>
                  <p:nvPr/>
                </p:nvSpPr>
                <p:spPr>
                  <a:xfrm>
                    <a:off x="2362200" y="3181795"/>
                    <a:ext cx="492764" cy="36933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solidFill>
                                    <a:srgbClr val="000000"/>
                                  </a:solidFill>
                                  <a:latin typeface="Cambria Math"/>
                                </a:rPr>
                              </m:ctrlPr>
                            </m:sSubPr>
                            <m:e>
                              <m:r>
                                <a:rPr lang="en-US" i="1" smtClean="0">
                                  <a:solidFill>
                                    <a:srgbClr val="000000"/>
                                  </a:solidFill>
                                  <a:latin typeface="Cambria Math"/>
                                  <a:ea typeface="Cambria Math"/>
                                </a:rPr>
                                <m:t>𝜃</m:t>
                              </m:r>
                            </m:e>
                            <m:sub>
                              <m:r>
                                <a:rPr lang="en-US" b="0" i="1" smtClean="0">
                                  <a:solidFill>
                                    <a:srgbClr val="000000"/>
                                  </a:solidFill>
                                  <a:latin typeface="Cambria Math"/>
                                </a:rPr>
                                <m:t>𝑑</m:t>
                              </m:r>
                            </m:sub>
                          </m:sSub>
                        </m:oMath>
                      </m:oMathPara>
                    </a14:m>
                    <a:endParaRPr lang="en-US" dirty="0">
                      <a:solidFill>
                        <a:srgbClr val="000000"/>
                      </a:solidFill>
                    </a:endParaRPr>
                  </a:p>
                </p:txBody>
              </p:sp>
            </mc:Choice>
            <mc:Fallback xmlns="">
              <p:sp>
                <p:nvSpPr>
                  <p:cNvPr id="31" name="TextBox 30"/>
                  <p:cNvSpPr txBox="1">
                    <a:spLocks noRot="1" noChangeAspect="1" noMove="1" noResize="1" noEditPoints="1" noAdjustHandles="1" noChangeArrowheads="1" noChangeShapeType="1" noTextEdit="1"/>
                  </p:cNvSpPr>
                  <p:nvPr/>
                </p:nvSpPr>
                <p:spPr>
                  <a:xfrm>
                    <a:off x="2362200" y="3181795"/>
                    <a:ext cx="492764" cy="369333"/>
                  </a:xfrm>
                  <a:prstGeom prst="rect">
                    <a:avLst/>
                  </a:prstGeom>
                  <a:blipFill rotWithShape="1">
                    <a:blip r:embed="rId9"/>
                    <a:stretch>
                      <a:fillRect r="-46512" b="-79412"/>
                    </a:stretch>
                  </a:blipFill>
                </p:spPr>
                <p:txBody>
                  <a:bodyPr/>
                  <a:lstStyle/>
                  <a:p>
                    <a:r>
                      <a:rPr lang="en-US">
                        <a:noFill/>
                      </a:rPr>
                      <a:t> </a:t>
                    </a:r>
                  </a:p>
                </p:txBody>
              </p:sp>
            </mc:Fallback>
          </mc:AlternateContent>
        </p:grpSp>
        <p:cxnSp>
          <p:nvCxnSpPr>
            <p:cNvPr id="11" name="Straight Arrow Connector 10"/>
            <p:cNvCxnSpPr>
              <a:stCxn id="28" idx="6"/>
              <a:endCxn id="36" idx="2"/>
            </p:cNvCxnSpPr>
            <p:nvPr/>
          </p:nvCxnSpPr>
          <p:spPr>
            <a:xfrm>
              <a:off x="2743199" y="3123944"/>
              <a:ext cx="818583" cy="0"/>
            </a:xfrm>
            <a:prstGeom prst="straightConnector1">
              <a:avLst/>
            </a:prstGeom>
            <a:ln cap="sq">
              <a:solidFill>
                <a:srgbClr val="00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2" name="Straight Arrow Connector 11"/>
            <p:cNvCxnSpPr>
              <a:stCxn id="36" idx="6"/>
              <a:endCxn id="34" idx="2"/>
            </p:cNvCxnSpPr>
            <p:nvPr/>
          </p:nvCxnSpPr>
          <p:spPr>
            <a:xfrm>
              <a:off x="3866584" y="3123944"/>
              <a:ext cx="582953" cy="0"/>
            </a:xfrm>
            <a:prstGeom prst="straightConnector1">
              <a:avLst/>
            </a:prstGeom>
            <a:ln cap="sq">
              <a:solidFill>
                <a:srgbClr val="000000"/>
              </a:solidFill>
              <a:tailEnd type="triangle"/>
            </a:ln>
            <a:effectLst/>
          </p:spPr>
          <p:style>
            <a:lnRef idx="2">
              <a:schemeClr val="accent1"/>
            </a:lnRef>
            <a:fillRef idx="0">
              <a:schemeClr val="accent1"/>
            </a:fillRef>
            <a:effectRef idx="1">
              <a:schemeClr val="accent1"/>
            </a:effectRef>
            <a:fontRef idx="minor">
              <a:schemeClr val="tx1"/>
            </a:fontRef>
          </p:style>
        </p:cxnSp>
        <p:grpSp>
          <p:nvGrpSpPr>
            <p:cNvPr id="13" name="Group 12"/>
            <p:cNvGrpSpPr/>
            <p:nvPr/>
          </p:nvGrpSpPr>
          <p:grpSpPr>
            <a:xfrm>
              <a:off x="6155096" y="2971543"/>
              <a:ext cx="490647" cy="579585"/>
              <a:chOff x="6155096" y="2971543"/>
              <a:chExt cx="490647" cy="579585"/>
            </a:xfrm>
          </p:grpSpPr>
          <p:sp>
            <p:nvSpPr>
              <p:cNvPr id="26" name="Oval 25"/>
              <p:cNvSpPr/>
              <p:nvPr/>
            </p:nvSpPr>
            <p:spPr>
              <a:xfrm>
                <a:off x="6231297" y="2971543"/>
                <a:ext cx="304799" cy="3048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7" name="TextBox 26"/>
                  <p:cNvSpPr txBox="1"/>
                  <p:nvPr/>
                </p:nvSpPr>
                <p:spPr>
                  <a:xfrm>
                    <a:off x="6155096" y="3181795"/>
                    <a:ext cx="490647" cy="36933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solidFill>
                                    <a:srgbClr val="000000"/>
                                  </a:solidFill>
                                  <a:latin typeface="Cambria Math"/>
                                </a:rPr>
                              </m:ctrlPr>
                            </m:sSubPr>
                            <m:e>
                              <m:r>
                                <a:rPr lang="en-US" i="1">
                                  <a:solidFill>
                                    <a:srgbClr val="000000"/>
                                  </a:solidFill>
                                  <a:latin typeface="Cambria Math"/>
                                  <a:ea typeface="Cambria Math"/>
                                </a:rPr>
                                <m:t>𝛽</m:t>
                              </m:r>
                            </m:e>
                            <m:sub>
                              <m:r>
                                <a:rPr lang="en-US" b="0" i="1" smtClean="0">
                                  <a:solidFill>
                                    <a:srgbClr val="000000"/>
                                  </a:solidFill>
                                  <a:latin typeface="Cambria Math"/>
                                </a:rPr>
                                <m:t>𝑘</m:t>
                              </m:r>
                            </m:sub>
                          </m:sSub>
                        </m:oMath>
                      </m:oMathPara>
                    </a14:m>
                    <a:endParaRPr lang="en-US" dirty="0">
                      <a:solidFill>
                        <a:srgbClr val="000000"/>
                      </a:solidFill>
                    </a:endParaRPr>
                  </a:p>
                </p:txBody>
              </p:sp>
            </mc:Choice>
            <mc:Fallback xmlns="">
              <p:sp>
                <p:nvSpPr>
                  <p:cNvPr id="29" name="TextBox 28"/>
                  <p:cNvSpPr txBox="1">
                    <a:spLocks noRot="1" noChangeAspect="1" noMove="1" noResize="1" noEditPoints="1" noAdjustHandles="1" noChangeArrowheads="1" noChangeShapeType="1" noTextEdit="1"/>
                  </p:cNvSpPr>
                  <p:nvPr/>
                </p:nvSpPr>
                <p:spPr>
                  <a:xfrm>
                    <a:off x="6155096" y="3181795"/>
                    <a:ext cx="490647" cy="369333"/>
                  </a:xfrm>
                  <a:prstGeom prst="rect">
                    <a:avLst/>
                  </a:prstGeom>
                  <a:blipFill rotWithShape="1">
                    <a:blip r:embed="rId10"/>
                    <a:stretch>
                      <a:fillRect l="-6977" r="-46512" b="-102941"/>
                    </a:stretch>
                  </a:blipFill>
                </p:spPr>
                <p:txBody>
                  <a:bodyPr/>
                  <a:lstStyle/>
                  <a:p>
                    <a:r>
                      <a:rPr lang="en-US">
                        <a:noFill/>
                      </a:rPr>
                      <a:t> </a:t>
                    </a:r>
                  </a:p>
                </p:txBody>
              </p:sp>
            </mc:Fallback>
          </mc:AlternateContent>
        </p:grpSp>
        <p:cxnSp>
          <p:nvCxnSpPr>
            <p:cNvPr id="14" name="Straight Arrow Connector 13"/>
            <p:cNvCxnSpPr>
              <a:stCxn id="26" idx="2"/>
              <a:endCxn id="34" idx="6"/>
            </p:cNvCxnSpPr>
            <p:nvPr/>
          </p:nvCxnSpPr>
          <p:spPr>
            <a:xfrm flipH="1">
              <a:off x="4754336" y="3123944"/>
              <a:ext cx="1476962" cy="0"/>
            </a:xfrm>
            <a:prstGeom prst="straightConnector1">
              <a:avLst/>
            </a:prstGeom>
            <a:ln cap="sq">
              <a:solidFill>
                <a:srgbClr val="000000"/>
              </a:solidFill>
              <a:tailEnd type="triangle"/>
            </a:ln>
            <a:effectLst/>
          </p:spPr>
          <p:style>
            <a:lnRef idx="2">
              <a:schemeClr val="accent1"/>
            </a:lnRef>
            <a:fillRef idx="0">
              <a:schemeClr val="accent1"/>
            </a:fillRef>
            <a:effectRef idx="1">
              <a:schemeClr val="accent1"/>
            </a:effectRef>
            <a:fontRef idx="minor">
              <a:schemeClr val="tx1"/>
            </a:fontRef>
          </p:style>
        </p:cxnSp>
        <p:grpSp>
          <p:nvGrpSpPr>
            <p:cNvPr id="15" name="Group 14"/>
            <p:cNvGrpSpPr/>
            <p:nvPr/>
          </p:nvGrpSpPr>
          <p:grpSpPr>
            <a:xfrm>
              <a:off x="7239000" y="2971543"/>
              <a:ext cx="377346" cy="579585"/>
              <a:chOff x="7315200" y="2971543"/>
              <a:chExt cx="377346" cy="579585"/>
            </a:xfrm>
          </p:grpSpPr>
          <p:sp>
            <p:nvSpPr>
              <p:cNvPr id="24" name="Oval 23"/>
              <p:cNvSpPr/>
              <p:nvPr/>
            </p:nvSpPr>
            <p:spPr>
              <a:xfrm>
                <a:off x="7351473" y="2971543"/>
                <a:ext cx="304800" cy="3048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5" name="TextBox 24"/>
                  <p:cNvSpPr txBox="1"/>
                  <p:nvPr/>
                </p:nvSpPr>
                <p:spPr>
                  <a:xfrm>
                    <a:off x="7315200" y="3181795"/>
                    <a:ext cx="377346" cy="36933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solidFill>
                                <a:srgbClr val="000000"/>
                              </a:solidFill>
                              <a:latin typeface="Cambria Math"/>
                              <a:ea typeface="Cambria Math"/>
                            </a:rPr>
                            <m:t>𝜂</m:t>
                          </m:r>
                        </m:oMath>
                      </m:oMathPara>
                    </a14:m>
                    <a:endParaRPr lang="en-US" dirty="0">
                      <a:solidFill>
                        <a:srgbClr val="000000"/>
                      </a:solidFill>
                    </a:endParaRPr>
                  </a:p>
                </p:txBody>
              </p:sp>
            </mc:Choice>
            <mc:Fallback xmlns="">
              <p:sp>
                <p:nvSpPr>
                  <p:cNvPr id="27" name="TextBox 26"/>
                  <p:cNvSpPr txBox="1">
                    <a:spLocks noRot="1" noChangeAspect="1" noMove="1" noResize="1" noEditPoints="1" noAdjustHandles="1" noChangeArrowheads="1" noChangeShapeType="1" noTextEdit="1"/>
                  </p:cNvSpPr>
                  <p:nvPr/>
                </p:nvSpPr>
                <p:spPr>
                  <a:xfrm>
                    <a:off x="7315200" y="3181795"/>
                    <a:ext cx="377346" cy="369333"/>
                  </a:xfrm>
                  <a:prstGeom prst="rect">
                    <a:avLst/>
                  </a:prstGeom>
                  <a:blipFill rotWithShape="1">
                    <a:blip r:embed="rId11"/>
                    <a:stretch>
                      <a:fillRect r="-47059" b="-91176"/>
                    </a:stretch>
                  </a:blipFill>
                </p:spPr>
                <p:txBody>
                  <a:bodyPr/>
                  <a:lstStyle/>
                  <a:p>
                    <a:r>
                      <a:rPr lang="en-US">
                        <a:noFill/>
                      </a:rPr>
                      <a:t> </a:t>
                    </a:r>
                  </a:p>
                </p:txBody>
              </p:sp>
            </mc:Fallback>
          </mc:AlternateContent>
        </p:grpSp>
        <p:cxnSp>
          <p:nvCxnSpPr>
            <p:cNvPr id="16" name="Straight Arrow Connector 15"/>
            <p:cNvCxnSpPr>
              <a:stCxn id="24" idx="2"/>
              <a:endCxn id="26" idx="6"/>
            </p:cNvCxnSpPr>
            <p:nvPr/>
          </p:nvCxnSpPr>
          <p:spPr>
            <a:xfrm flipH="1">
              <a:off x="6536097" y="3123944"/>
              <a:ext cx="739178" cy="0"/>
            </a:xfrm>
            <a:prstGeom prst="straightConnector1">
              <a:avLst/>
            </a:prstGeom>
            <a:ln cap="sq">
              <a:solidFill>
                <a:srgbClr val="000000"/>
              </a:solidFill>
              <a:tailEnd type="triangle"/>
            </a:ln>
            <a:effectLst/>
          </p:spPr>
          <p:style>
            <a:lnRef idx="2">
              <a:schemeClr val="accent1"/>
            </a:lnRef>
            <a:fillRef idx="0">
              <a:schemeClr val="accent1"/>
            </a:fillRef>
            <a:effectRef idx="1">
              <a:schemeClr val="accent1"/>
            </a:effectRef>
            <a:fontRef idx="minor">
              <a:schemeClr val="tx1"/>
            </a:fontRef>
          </p:style>
        </p:cxnSp>
        <p:grpSp>
          <p:nvGrpSpPr>
            <p:cNvPr id="17" name="Group 16"/>
            <p:cNvGrpSpPr/>
            <p:nvPr/>
          </p:nvGrpSpPr>
          <p:grpSpPr>
            <a:xfrm>
              <a:off x="5691108" y="2057400"/>
              <a:ext cx="1090692" cy="2544019"/>
              <a:chOff x="5691108" y="2057400"/>
              <a:chExt cx="1090692" cy="2544019"/>
            </a:xfrm>
          </p:grpSpPr>
          <p:sp>
            <p:nvSpPr>
              <p:cNvPr id="22" name="Rectangle 21"/>
              <p:cNvSpPr/>
              <p:nvPr/>
            </p:nvSpPr>
            <p:spPr>
              <a:xfrm>
                <a:off x="5867399" y="2057400"/>
                <a:ext cx="914401" cy="2446020"/>
              </a:xfrm>
              <a:prstGeom prst="rect">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3" name="TextBox 22"/>
                  <p:cNvSpPr txBox="1"/>
                  <p:nvPr/>
                </p:nvSpPr>
                <p:spPr>
                  <a:xfrm>
                    <a:off x="5691108" y="4138137"/>
                    <a:ext cx="605970" cy="46328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100" b="0" i="1" smtClean="0">
                              <a:solidFill>
                                <a:srgbClr val="000000"/>
                              </a:solidFill>
                              <a:latin typeface="Cambria Math"/>
                            </a:rPr>
                            <m:t>𝐾</m:t>
                          </m:r>
                        </m:oMath>
                      </m:oMathPara>
                    </a14:m>
                    <a:endParaRPr lang="en-US" sz="1100" dirty="0">
                      <a:solidFill>
                        <a:srgbClr val="000000"/>
                      </a:solidFill>
                    </a:endParaRPr>
                  </a:p>
                </p:txBody>
              </p:sp>
            </mc:Choice>
            <mc:Fallback xmlns="">
              <p:sp>
                <p:nvSpPr>
                  <p:cNvPr id="25" name="TextBox 24"/>
                  <p:cNvSpPr txBox="1">
                    <a:spLocks noRot="1" noChangeAspect="1" noMove="1" noResize="1" noEditPoints="1" noAdjustHandles="1" noChangeArrowheads="1" noChangeShapeType="1" noTextEdit="1"/>
                  </p:cNvSpPr>
                  <p:nvPr/>
                </p:nvSpPr>
                <p:spPr>
                  <a:xfrm>
                    <a:off x="5691108" y="4138137"/>
                    <a:ext cx="605970" cy="463282"/>
                  </a:xfrm>
                  <a:prstGeom prst="rect">
                    <a:avLst/>
                  </a:prstGeom>
                  <a:blipFill rotWithShape="1">
                    <a:blip r:embed="rId12"/>
                    <a:stretch>
                      <a:fillRect/>
                    </a:stretch>
                  </a:blipFill>
                </p:spPr>
                <p:txBody>
                  <a:bodyPr/>
                  <a:lstStyle/>
                  <a:p>
                    <a:r>
                      <a:rPr lang="en-US">
                        <a:noFill/>
                      </a:rPr>
                      <a:t> </a:t>
                    </a:r>
                  </a:p>
                </p:txBody>
              </p:sp>
            </mc:Fallback>
          </mc:AlternateContent>
        </p:grpSp>
        <p:grpSp>
          <p:nvGrpSpPr>
            <p:cNvPr id="18" name="Group 17"/>
            <p:cNvGrpSpPr/>
            <p:nvPr/>
          </p:nvGrpSpPr>
          <p:grpSpPr>
            <a:xfrm>
              <a:off x="901767" y="2971543"/>
              <a:ext cx="393633" cy="579073"/>
              <a:chOff x="649527" y="2971543"/>
              <a:chExt cx="393633" cy="579073"/>
            </a:xfrm>
          </p:grpSpPr>
          <p:sp>
            <p:nvSpPr>
              <p:cNvPr id="20" name="Oval 19"/>
              <p:cNvSpPr/>
              <p:nvPr/>
            </p:nvSpPr>
            <p:spPr>
              <a:xfrm>
                <a:off x="685800" y="2971543"/>
                <a:ext cx="304800" cy="3048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1" name="TextBox 20"/>
                  <p:cNvSpPr txBox="1"/>
                  <p:nvPr/>
                </p:nvSpPr>
                <p:spPr>
                  <a:xfrm>
                    <a:off x="649527" y="3181283"/>
                    <a:ext cx="393633" cy="36933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solidFill>
                                <a:srgbClr val="000000"/>
                              </a:solidFill>
                              <a:latin typeface="Cambria Math"/>
                              <a:ea typeface="Cambria Math"/>
                            </a:rPr>
                            <m:t>𝛼</m:t>
                          </m:r>
                        </m:oMath>
                      </m:oMathPara>
                    </a14:m>
                    <a:endParaRPr lang="en-US" dirty="0">
                      <a:solidFill>
                        <a:srgbClr val="000000"/>
                      </a:solidFill>
                    </a:endParaRPr>
                  </a:p>
                </p:txBody>
              </p:sp>
            </mc:Choice>
            <mc:Fallback xmlns="">
              <p:sp>
                <p:nvSpPr>
                  <p:cNvPr id="23" name="TextBox 22"/>
                  <p:cNvSpPr txBox="1">
                    <a:spLocks noRot="1" noChangeAspect="1" noMove="1" noResize="1" noEditPoints="1" noAdjustHandles="1" noChangeArrowheads="1" noChangeShapeType="1" noTextEdit="1"/>
                  </p:cNvSpPr>
                  <p:nvPr/>
                </p:nvSpPr>
                <p:spPr>
                  <a:xfrm>
                    <a:off x="649527" y="3181283"/>
                    <a:ext cx="393633" cy="369333"/>
                  </a:xfrm>
                  <a:prstGeom prst="rect">
                    <a:avLst/>
                  </a:prstGeom>
                  <a:blipFill rotWithShape="1">
                    <a:blip r:embed="rId13"/>
                    <a:stretch>
                      <a:fillRect r="-37143" b="-55882"/>
                    </a:stretch>
                  </a:blipFill>
                </p:spPr>
                <p:txBody>
                  <a:bodyPr/>
                  <a:lstStyle/>
                  <a:p>
                    <a:r>
                      <a:rPr lang="en-US">
                        <a:noFill/>
                      </a:rPr>
                      <a:t> </a:t>
                    </a:r>
                  </a:p>
                </p:txBody>
              </p:sp>
            </mc:Fallback>
          </mc:AlternateContent>
        </p:grpSp>
        <p:cxnSp>
          <p:nvCxnSpPr>
            <p:cNvPr id="19" name="Straight Arrow Connector 18"/>
            <p:cNvCxnSpPr>
              <a:stCxn id="20" idx="6"/>
              <a:endCxn id="28" idx="2"/>
            </p:cNvCxnSpPr>
            <p:nvPr/>
          </p:nvCxnSpPr>
          <p:spPr>
            <a:xfrm>
              <a:off x="1242840" y="3123943"/>
              <a:ext cx="1195560" cy="0"/>
            </a:xfrm>
            <a:prstGeom prst="straightConnector1">
              <a:avLst/>
            </a:prstGeom>
            <a:ln cap="sq">
              <a:solidFill>
                <a:srgbClr val="000000"/>
              </a:solidFill>
              <a:tailEnd type="triangle"/>
            </a:ln>
            <a:effectLst/>
          </p:spPr>
          <p:style>
            <a:lnRef idx="2">
              <a:schemeClr val="accent1"/>
            </a:lnRef>
            <a:fillRef idx="0">
              <a:schemeClr val="accent1"/>
            </a:fillRef>
            <a:effectRef idx="1">
              <a:schemeClr val="accent1"/>
            </a:effectRef>
            <a:fontRef idx="minor">
              <a:schemeClr val="tx1"/>
            </a:fontRef>
          </p:style>
        </p:cxnSp>
      </p:grpSp>
      <p:pic>
        <p:nvPicPr>
          <p:cNvPr id="38" name="Picture 5" descr="C:\Users\310153563\Documents\GitHub\COPDBodyMedia_2nd_analysis\COPDBodyMedia2_paper\IEEEtran_windows_philips\figure\png\figure_10.png"/>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2681623" y="3962400"/>
            <a:ext cx="3414377" cy="2560325"/>
          </a:xfrm>
          <a:prstGeom prst="rect">
            <a:avLst/>
          </a:prstGeom>
          <a:noFill/>
          <a:extLst>
            <a:ext uri="{909E8E84-426E-40DD-AFC4-6F175D3DCCD1}">
              <a14:hiddenFill xmlns:a14="http://schemas.microsoft.com/office/drawing/2010/main">
                <a:solidFill>
                  <a:srgbClr val="FFFFFF"/>
                </a:solidFill>
              </a14:hiddenFill>
            </a:ext>
          </a:extLst>
        </p:spPr>
      </p:pic>
      <p:grpSp>
        <p:nvGrpSpPr>
          <p:cNvPr id="67" name="Group 66"/>
          <p:cNvGrpSpPr>
            <a:grpSpLocks noChangeAspect="1"/>
          </p:cNvGrpSpPr>
          <p:nvPr/>
        </p:nvGrpSpPr>
        <p:grpSpPr>
          <a:xfrm>
            <a:off x="2506027" y="337536"/>
            <a:ext cx="3513773" cy="1986915"/>
            <a:chOff x="2066925" y="337535"/>
            <a:chExt cx="5019675" cy="2838450"/>
          </a:xfrm>
        </p:grpSpPr>
        <p:pic>
          <p:nvPicPr>
            <p:cNvPr id="40" name="Picture 4" descr="http://images.clipartpanda.com/book-20clip-20art-di855LndT.jpeg"/>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066925" y="337535"/>
              <a:ext cx="5019675" cy="2838450"/>
            </a:xfrm>
            <a:prstGeom prst="rect">
              <a:avLst/>
            </a:prstGeom>
            <a:noFill/>
            <a:extLst>
              <a:ext uri="{909E8E84-426E-40DD-AFC4-6F175D3DCCD1}">
                <a14:hiddenFill xmlns:a14="http://schemas.microsoft.com/office/drawing/2010/main">
                  <a:solidFill>
                    <a:srgbClr val="FFFFFF"/>
                  </a:solidFill>
                </a14:hiddenFill>
              </a:ext>
            </a:extLst>
          </p:spPr>
        </p:pic>
        <p:sp>
          <p:nvSpPr>
            <p:cNvPr id="41" name="CustomShape 6"/>
            <p:cNvSpPr/>
            <p:nvPr/>
          </p:nvSpPr>
          <p:spPr>
            <a:xfrm>
              <a:off x="2600324" y="735499"/>
              <a:ext cx="256271" cy="264154"/>
            </a:xfrm>
            <a:prstGeom prst="roundRect">
              <a:avLst>
                <a:gd name="adj" fmla="val 3600"/>
              </a:avLst>
            </a:prstGeom>
            <a:ln w="36000">
              <a:solidFill>
                <a:srgbClr val="2323DC"/>
              </a:solidFill>
              <a:round/>
            </a:ln>
          </p:spPr>
        </p:sp>
        <p:sp>
          <p:nvSpPr>
            <p:cNvPr id="42" name="CustomShape 12"/>
            <p:cNvSpPr/>
            <p:nvPr/>
          </p:nvSpPr>
          <p:spPr>
            <a:xfrm>
              <a:off x="2929389" y="735499"/>
              <a:ext cx="256271" cy="264154"/>
            </a:xfrm>
            <a:prstGeom prst="roundRect">
              <a:avLst>
                <a:gd name="adj" fmla="val 3600"/>
              </a:avLst>
            </a:prstGeom>
            <a:ln w="36000">
              <a:solidFill>
                <a:srgbClr val="E6FF00"/>
              </a:solidFill>
              <a:round/>
            </a:ln>
          </p:spPr>
        </p:sp>
        <p:sp>
          <p:nvSpPr>
            <p:cNvPr id="43" name="CustomShape 20"/>
            <p:cNvSpPr/>
            <p:nvPr/>
          </p:nvSpPr>
          <p:spPr>
            <a:xfrm>
              <a:off x="3261860" y="735499"/>
              <a:ext cx="256271" cy="264154"/>
            </a:xfrm>
            <a:prstGeom prst="roundRect">
              <a:avLst>
                <a:gd name="adj" fmla="val 3600"/>
              </a:avLst>
            </a:prstGeom>
            <a:ln w="36000">
              <a:solidFill>
                <a:srgbClr val="FF420E"/>
              </a:solidFill>
              <a:round/>
            </a:ln>
          </p:spPr>
        </p:sp>
        <p:sp>
          <p:nvSpPr>
            <p:cNvPr id="44" name="CustomShape 20_"/>
            <p:cNvSpPr/>
            <p:nvPr/>
          </p:nvSpPr>
          <p:spPr>
            <a:xfrm>
              <a:off x="3594331" y="735499"/>
              <a:ext cx="256271" cy="264154"/>
            </a:xfrm>
            <a:prstGeom prst="roundRect">
              <a:avLst>
                <a:gd name="adj" fmla="val 3600"/>
              </a:avLst>
            </a:prstGeom>
            <a:ln w="36000">
              <a:solidFill>
                <a:srgbClr val="FF420E"/>
              </a:solidFill>
              <a:round/>
            </a:ln>
          </p:spPr>
        </p:sp>
        <p:sp>
          <p:nvSpPr>
            <p:cNvPr id="45" name="CustomShape 6_"/>
            <p:cNvSpPr/>
            <p:nvPr/>
          </p:nvSpPr>
          <p:spPr>
            <a:xfrm>
              <a:off x="3921125" y="735499"/>
              <a:ext cx="256271" cy="264154"/>
            </a:xfrm>
            <a:prstGeom prst="roundRect">
              <a:avLst>
                <a:gd name="adj" fmla="val 3600"/>
              </a:avLst>
            </a:prstGeom>
            <a:ln w="36000">
              <a:solidFill>
                <a:srgbClr val="00B0F0"/>
              </a:solidFill>
              <a:round/>
            </a:ln>
          </p:spPr>
        </p:sp>
        <p:sp>
          <p:nvSpPr>
            <p:cNvPr id="46" name="CustomShape 6__"/>
            <p:cNvSpPr/>
            <p:nvPr/>
          </p:nvSpPr>
          <p:spPr>
            <a:xfrm>
              <a:off x="2600324" y="1074124"/>
              <a:ext cx="256271" cy="264154"/>
            </a:xfrm>
            <a:prstGeom prst="roundRect">
              <a:avLst>
                <a:gd name="adj" fmla="val 3600"/>
              </a:avLst>
            </a:prstGeom>
            <a:ln w="36000">
              <a:solidFill>
                <a:srgbClr val="00B0F0"/>
              </a:solidFill>
              <a:round/>
            </a:ln>
          </p:spPr>
        </p:sp>
        <p:sp>
          <p:nvSpPr>
            <p:cNvPr id="47" name="CustomShape 12_"/>
            <p:cNvSpPr/>
            <p:nvPr/>
          </p:nvSpPr>
          <p:spPr>
            <a:xfrm>
              <a:off x="2929388" y="1085124"/>
              <a:ext cx="256271" cy="264154"/>
            </a:xfrm>
            <a:prstGeom prst="roundRect">
              <a:avLst>
                <a:gd name="adj" fmla="val 3600"/>
              </a:avLst>
            </a:prstGeom>
            <a:ln w="36000">
              <a:solidFill>
                <a:srgbClr val="E6FF00"/>
              </a:solidFill>
              <a:round/>
            </a:ln>
          </p:spPr>
        </p:sp>
        <p:sp>
          <p:nvSpPr>
            <p:cNvPr id="48" name="CustomShape 20__"/>
            <p:cNvSpPr/>
            <p:nvPr/>
          </p:nvSpPr>
          <p:spPr>
            <a:xfrm>
              <a:off x="3264130" y="1066395"/>
              <a:ext cx="256271" cy="264154"/>
            </a:xfrm>
            <a:prstGeom prst="roundRect">
              <a:avLst>
                <a:gd name="adj" fmla="val 3600"/>
              </a:avLst>
            </a:prstGeom>
            <a:ln w="36000">
              <a:solidFill>
                <a:srgbClr val="FF420E"/>
              </a:solidFill>
              <a:round/>
            </a:ln>
          </p:spPr>
        </p:sp>
        <p:sp>
          <p:nvSpPr>
            <p:cNvPr id="49" name="CustomShape 6___"/>
            <p:cNvSpPr/>
            <p:nvPr/>
          </p:nvSpPr>
          <p:spPr>
            <a:xfrm>
              <a:off x="3600681" y="1066395"/>
              <a:ext cx="256271" cy="264154"/>
            </a:xfrm>
            <a:prstGeom prst="roundRect">
              <a:avLst>
                <a:gd name="adj" fmla="val 3600"/>
              </a:avLst>
            </a:prstGeom>
            <a:ln w="36000">
              <a:solidFill>
                <a:srgbClr val="00B0F0"/>
              </a:solidFill>
              <a:round/>
            </a:ln>
          </p:spPr>
        </p:sp>
        <p:sp>
          <p:nvSpPr>
            <p:cNvPr id="50" name="CustomShape 20___"/>
            <p:cNvSpPr/>
            <p:nvPr/>
          </p:nvSpPr>
          <p:spPr>
            <a:xfrm>
              <a:off x="3921124" y="1065990"/>
              <a:ext cx="256271" cy="264154"/>
            </a:xfrm>
            <a:prstGeom prst="roundRect">
              <a:avLst>
                <a:gd name="adj" fmla="val 3600"/>
              </a:avLst>
            </a:prstGeom>
            <a:ln w="36000">
              <a:solidFill>
                <a:srgbClr val="FF420E"/>
              </a:solidFill>
              <a:round/>
            </a:ln>
          </p:spPr>
        </p:sp>
        <p:sp>
          <p:nvSpPr>
            <p:cNvPr id="51" name="CustomShape 6____"/>
            <p:cNvSpPr/>
            <p:nvPr/>
          </p:nvSpPr>
          <p:spPr>
            <a:xfrm>
              <a:off x="2600325" y="1412246"/>
              <a:ext cx="256271" cy="264154"/>
            </a:xfrm>
            <a:prstGeom prst="roundRect">
              <a:avLst>
                <a:gd name="adj" fmla="val 3600"/>
              </a:avLst>
            </a:prstGeom>
            <a:ln w="36000">
              <a:solidFill>
                <a:srgbClr val="2323DC"/>
              </a:solidFill>
              <a:round/>
            </a:ln>
          </p:spPr>
        </p:sp>
        <p:sp>
          <p:nvSpPr>
            <p:cNvPr id="52" name="CustomShape 12__"/>
            <p:cNvSpPr/>
            <p:nvPr/>
          </p:nvSpPr>
          <p:spPr>
            <a:xfrm>
              <a:off x="2929390" y="1412246"/>
              <a:ext cx="256271" cy="264154"/>
            </a:xfrm>
            <a:prstGeom prst="roundRect">
              <a:avLst>
                <a:gd name="adj" fmla="val 3600"/>
              </a:avLst>
            </a:prstGeom>
            <a:ln w="36000">
              <a:solidFill>
                <a:srgbClr val="E6FF00"/>
              </a:solidFill>
              <a:round/>
            </a:ln>
          </p:spPr>
        </p:sp>
        <p:sp>
          <p:nvSpPr>
            <p:cNvPr id="53" name="CustomShape 20____"/>
            <p:cNvSpPr/>
            <p:nvPr/>
          </p:nvSpPr>
          <p:spPr>
            <a:xfrm>
              <a:off x="3261861" y="1412246"/>
              <a:ext cx="256271" cy="264154"/>
            </a:xfrm>
            <a:prstGeom prst="roundRect">
              <a:avLst>
                <a:gd name="adj" fmla="val 3600"/>
              </a:avLst>
            </a:prstGeom>
            <a:ln w="36000">
              <a:solidFill>
                <a:srgbClr val="FF420E"/>
              </a:solidFill>
              <a:round/>
            </a:ln>
          </p:spPr>
        </p:sp>
        <p:sp>
          <p:nvSpPr>
            <p:cNvPr id="54" name="CustomShape 12___"/>
            <p:cNvSpPr/>
            <p:nvPr/>
          </p:nvSpPr>
          <p:spPr>
            <a:xfrm>
              <a:off x="3590925" y="1412246"/>
              <a:ext cx="256271" cy="264154"/>
            </a:xfrm>
            <a:prstGeom prst="roundRect">
              <a:avLst>
                <a:gd name="adj" fmla="val 3600"/>
              </a:avLst>
            </a:prstGeom>
            <a:ln w="36000">
              <a:solidFill>
                <a:srgbClr val="E6FF00"/>
              </a:solidFill>
              <a:round/>
            </a:ln>
          </p:spPr>
        </p:sp>
        <p:sp>
          <p:nvSpPr>
            <p:cNvPr id="55" name="CustomShape 20_____"/>
            <p:cNvSpPr/>
            <p:nvPr/>
          </p:nvSpPr>
          <p:spPr>
            <a:xfrm>
              <a:off x="3920913" y="1416513"/>
              <a:ext cx="256271" cy="264154"/>
            </a:xfrm>
            <a:prstGeom prst="roundRect">
              <a:avLst>
                <a:gd name="adj" fmla="val 3600"/>
              </a:avLst>
            </a:prstGeom>
            <a:ln w="36000">
              <a:solidFill>
                <a:srgbClr val="FF420E"/>
              </a:solidFill>
              <a:round/>
            </a:ln>
          </p:spPr>
        </p:sp>
        <p:sp>
          <p:nvSpPr>
            <p:cNvPr id="56" name="CustomShape 6_____"/>
            <p:cNvSpPr/>
            <p:nvPr/>
          </p:nvSpPr>
          <p:spPr>
            <a:xfrm>
              <a:off x="2600323" y="1756760"/>
              <a:ext cx="256271" cy="264154"/>
            </a:xfrm>
            <a:prstGeom prst="roundRect">
              <a:avLst>
                <a:gd name="adj" fmla="val 3600"/>
              </a:avLst>
            </a:prstGeom>
            <a:ln w="36000">
              <a:solidFill>
                <a:srgbClr val="00B0F0"/>
              </a:solidFill>
              <a:round/>
            </a:ln>
          </p:spPr>
        </p:sp>
        <p:sp>
          <p:nvSpPr>
            <p:cNvPr id="57" name="CustomShape 6______"/>
            <p:cNvSpPr/>
            <p:nvPr/>
          </p:nvSpPr>
          <p:spPr>
            <a:xfrm>
              <a:off x="2929387" y="1756760"/>
              <a:ext cx="256271" cy="264154"/>
            </a:xfrm>
            <a:prstGeom prst="roundRect">
              <a:avLst>
                <a:gd name="adj" fmla="val 3600"/>
              </a:avLst>
            </a:prstGeom>
            <a:ln w="36000">
              <a:solidFill>
                <a:srgbClr val="00B0F0"/>
              </a:solidFill>
              <a:round/>
            </a:ln>
          </p:spPr>
        </p:sp>
        <p:sp>
          <p:nvSpPr>
            <p:cNvPr id="58" name="TextBox 57"/>
            <p:cNvSpPr txBox="1"/>
            <p:nvPr/>
          </p:nvSpPr>
          <p:spPr>
            <a:xfrm>
              <a:off x="3209925" y="1676401"/>
              <a:ext cx="1014866" cy="527617"/>
            </a:xfrm>
            <a:prstGeom prst="rect">
              <a:avLst/>
            </a:prstGeom>
            <a:noFill/>
          </p:spPr>
          <p:txBody>
            <a:bodyPr wrap="square" rtlCol="0">
              <a:spAutoFit/>
            </a:bodyPr>
            <a:lstStyle/>
            <a:p>
              <a:r>
                <a:rPr lang="en-US" dirty="0" smtClean="0"/>
                <a:t>… …</a:t>
              </a:r>
              <a:endParaRPr lang="en-US" dirty="0"/>
            </a:p>
          </p:txBody>
        </p:sp>
        <p:sp>
          <p:nvSpPr>
            <p:cNvPr id="60" name="TextBox 59"/>
            <p:cNvSpPr txBox="1"/>
            <p:nvPr/>
          </p:nvSpPr>
          <p:spPr>
            <a:xfrm>
              <a:off x="4576762" y="777286"/>
              <a:ext cx="2052637" cy="369332"/>
            </a:xfrm>
            <a:prstGeom prst="rect">
              <a:avLst/>
            </a:prstGeom>
            <a:noFill/>
          </p:spPr>
          <p:txBody>
            <a:bodyPr wrap="square" rtlCol="0">
              <a:spAutoFit/>
            </a:bodyPr>
            <a:lstStyle/>
            <a:p>
              <a:r>
                <a:rPr lang="en-US" dirty="0" smtClean="0"/>
                <a:t>… … … … … … … …</a:t>
              </a:r>
              <a:endParaRPr lang="en-US" dirty="0"/>
            </a:p>
          </p:txBody>
        </p:sp>
        <p:sp>
          <p:nvSpPr>
            <p:cNvPr id="61" name="TextBox 60"/>
            <p:cNvSpPr txBox="1"/>
            <p:nvPr/>
          </p:nvSpPr>
          <p:spPr>
            <a:xfrm>
              <a:off x="4576762" y="1131046"/>
              <a:ext cx="2052637" cy="527617"/>
            </a:xfrm>
            <a:prstGeom prst="rect">
              <a:avLst/>
            </a:prstGeom>
            <a:noFill/>
          </p:spPr>
          <p:txBody>
            <a:bodyPr wrap="square" rtlCol="0">
              <a:spAutoFit/>
            </a:bodyPr>
            <a:lstStyle/>
            <a:p>
              <a:endParaRPr lang="en-US" dirty="0"/>
            </a:p>
          </p:txBody>
        </p:sp>
        <p:sp>
          <p:nvSpPr>
            <p:cNvPr id="62" name="TextBox 61"/>
            <p:cNvSpPr txBox="1"/>
            <p:nvPr/>
          </p:nvSpPr>
          <p:spPr>
            <a:xfrm>
              <a:off x="4576762" y="1544324"/>
              <a:ext cx="2052637" cy="527617"/>
            </a:xfrm>
            <a:prstGeom prst="rect">
              <a:avLst/>
            </a:prstGeom>
            <a:noFill/>
          </p:spPr>
          <p:txBody>
            <a:bodyPr wrap="square" rtlCol="0">
              <a:spAutoFit/>
            </a:bodyPr>
            <a:lstStyle/>
            <a:p>
              <a:r>
                <a:rPr lang="en-US" dirty="0" smtClean="0"/>
                <a:t>… … … … … …</a:t>
              </a:r>
              <a:endParaRPr lang="en-US" dirty="0"/>
            </a:p>
          </p:txBody>
        </p:sp>
        <p:sp>
          <p:nvSpPr>
            <p:cNvPr id="63" name="CustomShape 20______"/>
            <p:cNvSpPr/>
            <p:nvPr/>
          </p:nvSpPr>
          <p:spPr>
            <a:xfrm>
              <a:off x="4733925" y="1973251"/>
              <a:ext cx="256271" cy="264154"/>
            </a:xfrm>
            <a:prstGeom prst="roundRect">
              <a:avLst>
                <a:gd name="adj" fmla="val 3600"/>
              </a:avLst>
            </a:prstGeom>
            <a:ln w="36000">
              <a:solidFill>
                <a:srgbClr val="FF420E"/>
              </a:solidFill>
              <a:round/>
            </a:ln>
          </p:spPr>
        </p:sp>
        <p:sp>
          <p:nvSpPr>
            <p:cNvPr id="64" name="CustomShape 12____"/>
            <p:cNvSpPr/>
            <p:nvPr/>
          </p:nvSpPr>
          <p:spPr>
            <a:xfrm>
              <a:off x="5114925" y="1973251"/>
              <a:ext cx="256271" cy="264154"/>
            </a:xfrm>
            <a:prstGeom prst="roundRect">
              <a:avLst>
                <a:gd name="adj" fmla="val 3600"/>
              </a:avLst>
            </a:prstGeom>
            <a:ln w="36000">
              <a:solidFill>
                <a:srgbClr val="E6FF00"/>
              </a:solidFill>
              <a:round/>
            </a:ln>
          </p:spPr>
        </p:sp>
        <p:sp>
          <p:nvSpPr>
            <p:cNvPr id="65" name="CustomShape 6_______"/>
            <p:cNvSpPr/>
            <p:nvPr/>
          </p:nvSpPr>
          <p:spPr>
            <a:xfrm>
              <a:off x="5474944" y="1968829"/>
              <a:ext cx="256271" cy="264154"/>
            </a:xfrm>
            <a:prstGeom prst="roundRect">
              <a:avLst>
                <a:gd name="adj" fmla="val 3600"/>
              </a:avLst>
            </a:prstGeom>
            <a:ln w="36000">
              <a:solidFill>
                <a:srgbClr val="00B0F0"/>
              </a:solidFill>
              <a:round/>
            </a:ln>
          </p:spPr>
        </p:sp>
        <p:sp>
          <p:nvSpPr>
            <p:cNvPr id="66" name="CustomShape 6________"/>
            <p:cNvSpPr/>
            <p:nvPr/>
          </p:nvSpPr>
          <p:spPr>
            <a:xfrm>
              <a:off x="5883615" y="1968829"/>
              <a:ext cx="256271" cy="264154"/>
            </a:xfrm>
            <a:prstGeom prst="roundRect">
              <a:avLst>
                <a:gd name="adj" fmla="val 3600"/>
              </a:avLst>
            </a:prstGeom>
            <a:ln w="36000">
              <a:solidFill>
                <a:srgbClr val="00B0F0"/>
              </a:solidFill>
              <a:round/>
            </a:ln>
          </p:spPr>
        </p:sp>
      </p:grpSp>
      <p:sp>
        <p:nvSpPr>
          <p:cNvPr id="68" name="TextBox 67"/>
          <p:cNvSpPr txBox="1"/>
          <p:nvPr/>
        </p:nvSpPr>
        <p:spPr>
          <a:xfrm>
            <a:off x="2909107" y="1447800"/>
            <a:ext cx="1436846" cy="369332"/>
          </a:xfrm>
          <a:prstGeom prst="rect">
            <a:avLst/>
          </a:prstGeom>
          <a:noFill/>
        </p:spPr>
        <p:txBody>
          <a:bodyPr wrap="square" rtlCol="0">
            <a:spAutoFit/>
          </a:bodyPr>
          <a:lstStyle/>
          <a:p>
            <a:r>
              <a:rPr lang="en-US" dirty="0" smtClean="0"/>
              <a:t>… … … … …</a:t>
            </a:r>
            <a:endParaRPr lang="en-US" dirty="0"/>
          </a:p>
        </p:txBody>
      </p:sp>
      <p:cxnSp>
        <p:nvCxnSpPr>
          <p:cNvPr id="70" name="Straight Arrow Connector 69"/>
          <p:cNvCxnSpPr>
            <a:stCxn id="41" idx="2"/>
            <a:endCxn id="34" idx="7"/>
          </p:cNvCxnSpPr>
          <p:nvPr/>
        </p:nvCxnSpPr>
        <p:spPr>
          <a:xfrm>
            <a:off x="2969101" y="801019"/>
            <a:ext cx="1181662" cy="219001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72" name="Straight Arrow Connector 71"/>
          <p:cNvCxnSpPr>
            <a:stCxn id="42" idx="2"/>
            <a:endCxn id="34" idx="7"/>
          </p:cNvCxnSpPr>
          <p:nvPr/>
        </p:nvCxnSpPr>
        <p:spPr>
          <a:xfrm>
            <a:off x="3199447" y="801019"/>
            <a:ext cx="951316" cy="219001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74" name="Straight Arrow Connector 73"/>
          <p:cNvCxnSpPr>
            <a:stCxn id="43" idx="2"/>
            <a:endCxn id="34" idx="7"/>
          </p:cNvCxnSpPr>
          <p:nvPr/>
        </p:nvCxnSpPr>
        <p:spPr>
          <a:xfrm>
            <a:off x="3432177" y="801019"/>
            <a:ext cx="718586" cy="219001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76" name="Straight Arrow Connector 75"/>
          <p:cNvCxnSpPr>
            <a:stCxn id="44" idx="2"/>
            <a:endCxn id="34" idx="7"/>
          </p:cNvCxnSpPr>
          <p:nvPr/>
        </p:nvCxnSpPr>
        <p:spPr>
          <a:xfrm>
            <a:off x="3664906" y="801019"/>
            <a:ext cx="485857" cy="219001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78" name="Straight Arrow Connector 77"/>
          <p:cNvCxnSpPr>
            <a:stCxn id="64" idx="2"/>
            <a:endCxn id="34" idx="1"/>
          </p:cNvCxnSpPr>
          <p:nvPr/>
        </p:nvCxnSpPr>
        <p:spPr>
          <a:xfrm flipH="1">
            <a:off x="4266433" y="1667445"/>
            <a:ext cx="462889" cy="132358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80" name="Straight Arrow Connector 79"/>
          <p:cNvCxnSpPr>
            <a:stCxn id="65" idx="2"/>
            <a:endCxn id="34" idx="1"/>
          </p:cNvCxnSpPr>
          <p:nvPr/>
        </p:nvCxnSpPr>
        <p:spPr>
          <a:xfrm flipH="1">
            <a:off x="4266433" y="1664350"/>
            <a:ext cx="714903" cy="132668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82" name="Straight Arrow Connector 81"/>
          <p:cNvCxnSpPr>
            <a:stCxn id="66" idx="2"/>
            <a:endCxn id="34" idx="1"/>
          </p:cNvCxnSpPr>
          <p:nvPr/>
        </p:nvCxnSpPr>
        <p:spPr>
          <a:xfrm flipH="1">
            <a:off x="4266433" y="1664350"/>
            <a:ext cx="1000972" cy="132668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84" name="Straight Arrow Connector 83"/>
          <p:cNvCxnSpPr>
            <a:stCxn id="63" idx="2"/>
            <a:endCxn id="34" idx="1"/>
          </p:cNvCxnSpPr>
          <p:nvPr/>
        </p:nvCxnSpPr>
        <p:spPr>
          <a:xfrm flipH="1">
            <a:off x="4266433" y="1667445"/>
            <a:ext cx="196189" cy="132358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0008230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5" name="Picture 7" descr="C:\Users\310153563\Documents\GitHub\COPDBodyMedia_2nd_analysis\COPDBodyMedia2_paper\IEEEtran_windows_philips\figure\eps\figure_4_1_copd_weekday_gly.ep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914400"/>
            <a:ext cx="7075170" cy="1194435"/>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C:\Users\310153563\Documents\GitHub\COPDBodyMedia_2nd_analysis\COPDBodyMedia2_paper\IEEEtran_windows_philips\figure\eps\figure_4_1_healthy_weekday_gly.ep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2386965"/>
            <a:ext cx="7075170" cy="1194435"/>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5" descr="C:\Users\310153563\Documents\GitHub\COPDBodyMedia_2nd_analysis\COPDBodyMedia2_paper\IEEEtran_windows_philips\figure\png\figure_10.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681623" y="3962400"/>
            <a:ext cx="3414377" cy="2560325"/>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p:cNvSpPr txBox="1"/>
          <p:nvPr/>
        </p:nvSpPr>
        <p:spPr>
          <a:xfrm>
            <a:off x="1371600" y="609600"/>
            <a:ext cx="5562600" cy="369332"/>
          </a:xfrm>
          <a:prstGeom prst="rect">
            <a:avLst/>
          </a:prstGeom>
          <a:noFill/>
        </p:spPr>
        <p:txBody>
          <a:bodyPr wrap="square" rtlCol="0">
            <a:spAutoFit/>
          </a:bodyPr>
          <a:lstStyle/>
          <a:p>
            <a:pPr algn="ctr"/>
            <a:r>
              <a:rPr lang="en-US" dirty="0" smtClean="0">
                <a:solidFill>
                  <a:sysClr val="windowText" lastClr="000000"/>
                </a:solidFill>
              </a:rPr>
              <a:t>COPD patient</a:t>
            </a:r>
            <a:endParaRPr lang="en-US" dirty="0">
              <a:solidFill>
                <a:sysClr val="windowText" lastClr="000000"/>
              </a:solidFill>
            </a:endParaRPr>
          </a:p>
        </p:txBody>
      </p:sp>
      <p:sp>
        <p:nvSpPr>
          <p:cNvPr id="6" name="TextBox 5"/>
          <p:cNvSpPr txBox="1"/>
          <p:nvPr/>
        </p:nvSpPr>
        <p:spPr>
          <a:xfrm>
            <a:off x="1350852" y="2096009"/>
            <a:ext cx="5583348" cy="369332"/>
          </a:xfrm>
          <a:prstGeom prst="rect">
            <a:avLst/>
          </a:prstGeom>
          <a:noFill/>
        </p:spPr>
        <p:txBody>
          <a:bodyPr wrap="square" rtlCol="0">
            <a:spAutoFit/>
          </a:bodyPr>
          <a:lstStyle/>
          <a:p>
            <a:pPr algn="ctr"/>
            <a:r>
              <a:rPr lang="en-US" dirty="0" smtClean="0">
                <a:solidFill>
                  <a:sysClr val="windowText" lastClr="000000"/>
                </a:solidFill>
              </a:rPr>
              <a:t>Healthy subject</a:t>
            </a:r>
            <a:endParaRPr lang="en-US" dirty="0">
              <a:solidFill>
                <a:sysClr val="windowText" lastClr="000000"/>
              </a:solidFill>
            </a:endParaRPr>
          </a:p>
        </p:txBody>
      </p:sp>
    </p:spTree>
    <p:extLst>
      <p:ext uri="{BB962C8B-B14F-4D97-AF65-F5344CB8AC3E}">
        <p14:creationId xmlns:p14="http://schemas.microsoft.com/office/powerpoint/2010/main" val="162985026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5" name="Picture 3" descr="C:\Users\310153563\Documents\GitHub\COPDBodyMedia_2nd_analysis\COPDBodyMedia2_paper\IEEEtran_windows_philips\figure\png\figure_7_trend_all_weekday.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24000" y="0"/>
            <a:ext cx="5691188" cy="426720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5" descr="C:\Users\310153563\Documents\GitHub\COPDBodyMedia_2nd_analysis\COPDBodyMedia2_paper\IEEEtran_windows_philips\figure\png\figure_10.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681623" y="3962400"/>
            <a:ext cx="3414377" cy="25603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15599456"/>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5" name="Picture 3" descr="C:\Users\310153563\Documents\GitHub\COPDBodyMedia_2nd_analysis\COPDBodyMedia2_paper\IEEEtran_windows_philips\figure\png\figure_7_trend_all_weekday.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24000" y="609600"/>
            <a:ext cx="5691188" cy="4267200"/>
          </a:xfrm>
          <a:prstGeom prst="rect">
            <a:avLst/>
          </a:prstGeom>
          <a:noFill/>
          <a:extLst>
            <a:ext uri="{909E8E84-426E-40DD-AFC4-6F175D3DCCD1}">
              <a14:hiddenFill xmlns:a14="http://schemas.microsoft.com/office/drawing/2010/main">
                <a:solidFill>
                  <a:srgbClr val="FFFFFF"/>
                </a:solidFill>
              </a14:hiddenFill>
            </a:ext>
          </a:extLst>
        </p:spPr>
      </p:pic>
      <p:sp>
        <p:nvSpPr>
          <p:cNvPr id="6" name="Rounded Rectangle 5"/>
          <p:cNvSpPr/>
          <p:nvPr/>
        </p:nvSpPr>
        <p:spPr>
          <a:xfrm>
            <a:off x="5943600" y="1246359"/>
            <a:ext cx="609600" cy="152400"/>
          </a:xfrm>
          <a:prstGeom prst="roundRect">
            <a:avLst/>
          </a:prstGeom>
          <a:solidFill>
            <a:schemeClr val="accent1">
              <a:alpha val="20000"/>
            </a:schemeClr>
          </a:solidFill>
          <a:ln>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ed Rectangle 8"/>
          <p:cNvSpPr/>
          <p:nvPr/>
        </p:nvSpPr>
        <p:spPr>
          <a:xfrm>
            <a:off x="5960205" y="2017412"/>
            <a:ext cx="609600" cy="152400"/>
          </a:xfrm>
          <a:prstGeom prst="roundRect">
            <a:avLst/>
          </a:prstGeom>
          <a:solidFill>
            <a:schemeClr val="accent1">
              <a:alpha val="20000"/>
            </a:schemeClr>
          </a:solidFill>
          <a:ln>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9"/>
          <p:cNvSpPr/>
          <p:nvPr/>
        </p:nvSpPr>
        <p:spPr>
          <a:xfrm>
            <a:off x="5967757" y="2276947"/>
            <a:ext cx="609600" cy="152400"/>
          </a:xfrm>
          <a:prstGeom prst="roundRect">
            <a:avLst/>
          </a:prstGeom>
          <a:solidFill>
            <a:schemeClr val="accent1">
              <a:alpha val="20000"/>
            </a:schemeClr>
          </a:solidFill>
          <a:ln>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87678313"/>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extplatzhalter 1"/>
          <p:cNvSpPr>
            <a:spLocks noGrp="1"/>
          </p:cNvSpPr>
          <p:nvPr>
            <p:ph type="body" sz="quarter" idx="10"/>
          </p:nvPr>
        </p:nvSpPr>
        <p:spPr bwMode="auto">
          <a:xfrm>
            <a:off x="828675" y="2052638"/>
            <a:ext cx="7488238" cy="1619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anchor="t" anchorCtr="0" compatLnSpc="1">
            <a:prstTxWarp prst="textNoShape">
              <a:avLst/>
            </a:prstTxWarp>
          </a:bodyPr>
          <a:lstStyle/>
          <a:p>
            <a:pPr eaLnBrk="1" hangingPunct="1">
              <a:spcBef>
                <a:spcPct val="0"/>
              </a:spcBef>
            </a:pPr>
            <a:endParaRPr lang="en-US" altLang="en-US" smtClean="0"/>
          </a:p>
        </p:txBody>
      </p:sp>
      <p:sp>
        <p:nvSpPr>
          <p:cNvPr id="29699" name="Textplatzhalter 2"/>
          <p:cNvSpPr>
            <a:spLocks noGrp="1"/>
          </p:cNvSpPr>
          <p:nvPr>
            <p:ph type="body" sz="quarter" idx="11"/>
          </p:nvPr>
        </p:nvSpPr>
        <p:spPr bwMode="auto">
          <a:xfrm>
            <a:off x="828675" y="1368425"/>
            <a:ext cx="7488238" cy="4048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anchor="t" anchorCtr="0" compatLnSpc="1">
            <a:prstTxWarp prst="textNoShape">
              <a:avLst/>
            </a:prstTxWarp>
          </a:bodyPr>
          <a:lstStyle/>
          <a:p>
            <a:pPr eaLnBrk="1" hangingPunct="1">
              <a:spcBef>
                <a:spcPct val="0"/>
              </a:spcBef>
            </a:pPr>
            <a:endParaRPr lang="en-US" altLang="en-US" smtClean="0"/>
          </a:p>
        </p:txBody>
      </p:sp>
    </p:spTree>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FONT" val="SlideFooterFontC"/>
  <p:tag name="FONTSETCLASSNAME" val="FontSet1"/>
  <p:tag name="COLORS" val="-2;-2;-2;-2;SlideFooterFontColorDark;-2"/>
  <p:tag name="COLORSETCLASSNAME" val="ColorSet1"/>
  <p:tag name="SCRIPT" val="1"/>
  <p:tag name="FIELDS" val="DATE;DIVISION;ADDINFO;"/>
  <p:tag name="MLI" val="1"/>
  <p:tag name="SHAPESETGROUPCLASSNAME" val="ShapeSetGroup2"/>
  <p:tag name="SHAPESETCLASSNAME" val="FORMCOLORTEXT01"/>
  <p:tag name="COLORSETGROUPCLASSNAME" val="ColorSetGroupLight"/>
  <p:tag name="FONTSETGROUPCLASSNAME" val="FontSetGroup1"/>
  <p:tag name="SHAPECLASSNAME" val="FLineInfo1BlackG1S3"/>
  <p:tag name="SHAPECLASSPROTECTIONTYPE" val="63"/>
</p:tagLst>
</file>

<file path=ppt/tags/tag2.xml><?xml version="1.0" encoding="utf-8"?>
<p:tagLst xmlns:a="http://schemas.openxmlformats.org/drawingml/2006/main" xmlns:r="http://schemas.openxmlformats.org/officeDocument/2006/relationships" xmlns:p="http://schemas.openxmlformats.org/presentationml/2006/main">
  <p:tag name="FONT" val="SlidePageNumberFontC"/>
  <p:tag name="FONTSETCLASSNAME" val="FontSet1"/>
  <p:tag name="COLORS" val="-2;-2;-2;-2;SlidePageNoFontColorLight;-2"/>
  <p:tag name="COLORSETCLASSNAME" val="ColorSet1"/>
  <p:tag name="SCRIPT" val="1"/>
  <p:tag name="MLI" val="1"/>
  <p:tag name="SHAPESETGROUPCLASSNAME" val="ShapeSetGroup2"/>
  <p:tag name="SHAPESETCLASSNAME" val="COLORSLIDE01"/>
  <p:tag name="COLORSETGROUPCLASSNAME" val="ColorSetGroupLight"/>
  <p:tag name="FONTSETGROUPCLASSNAME" val="FontSetGroup1"/>
  <p:tag name="SHAPECLASSNAME" val="PageNoWhiteG1S3"/>
  <p:tag name="SHAPECLASSPROTECTIONTYPE" val="47"/>
</p:tagLst>
</file>

<file path=ppt/tags/tag3.xml><?xml version="1.0" encoding="utf-8"?>
<p:tagLst xmlns:a="http://schemas.openxmlformats.org/drawingml/2006/main" xmlns:r="http://schemas.openxmlformats.org/officeDocument/2006/relationships" xmlns:p="http://schemas.openxmlformats.org/presentationml/2006/main">
  <p:tag name="SHAPECLASSNAME" val="CustFormCol001RoundSingleCornerRectangle"/>
  <p:tag name="COLORSETCLASSNAME" val="ColorSet1"/>
  <p:tag name="COLORS" val="-1;Scheme9;-2;-2;-1;-2"/>
</p:tagLst>
</file>

<file path=ppt/tags/tag4.xml><?xml version="1.0" encoding="utf-8"?>
<p:tagLst xmlns:a="http://schemas.openxmlformats.org/drawingml/2006/main" xmlns:r="http://schemas.openxmlformats.org/officeDocument/2006/relationships" xmlns:p="http://schemas.openxmlformats.org/presentationml/2006/main">
  <p:tag name="COLORS" val="-2;-2;-2;-2;-2;-2"/>
  <p:tag name="COLORSETCLASSNAME" val="ColorSet1"/>
  <p:tag name="MLI" val="1"/>
  <p:tag name="SHAPESETGROUPCLASSNAME" val="ShapeSetGroup2"/>
  <p:tag name="SHAPESETCLASSNAME" val="FORMIMAGETEXT01"/>
  <p:tag name="COLORSETGROUPCLASSNAME" val="ColorSetGroupLight"/>
  <p:tag name="FONTSETGROUPCLASSNAME" val="FontSetGroup1"/>
  <p:tag name="SHAPECLASSNAME" val="PhilipsLogoTitle"/>
  <p:tag name="SHAPECLASSFILE" val="PHGMCWORDMARK2008$C.emf"/>
  <p:tag name="SHAPECLASSPROTECTIONTYPE" val="31"/>
</p:tagLst>
</file>

<file path=ppt/tags/tag5.xml><?xml version="1.0" encoding="utf-8"?>
<p:tagLst xmlns:a="http://schemas.openxmlformats.org/drawingml/2006/main" xmlns:r="http://schemas.openxmlformats.org/officeDocument/2006/relationships" xmlns:p="http://schemas.openxmlformats.org/presentationml/2006/main">
  <p:tag name="COLORS" val="-2;-2;-2;-2;-2;-2"/>
  <p:tag name="COLORSETCLASSNAME" val="ColorSet1"/>
  <p:tag name="MLI" val="1"/>
  <p:tag name="SHAPESETGROUPCLASSNAME" val="ShapeSetGroup2"/>
  <p:tag name="SHAPESETCLASSNAME" val="FORMCOLORTEXT01"/>
  <p:tag name="COLORSETGROUPCLASSNAME" val="ColorSetGroupLight"/>
  <p:tag name="FONTSETGROUPCLASSNAME" val="FontSetGroup1"/>
  <p:tag name="SHAPECLASSNAME" val="PhilipsLogoSlide"/>
  <p:tag name="SHAPECLASSFILE" val="PHGMCWORDMARK2008$C.emf"/>
  <p:tag name="SHAPECLASSPROTECTIONTYPE" val="31"/>
</p:tagLst>
</file>

<file path=ppt/tags/tag6.xml><?xml version="1.0" encoding="utf-8"?>
<p:tagLst xmlns:a="http://schemas.openxmlformats.org/drawingml/2006/main" xmlns:r="http://schemas.openxmlformats.org/officeDocument/2006/relationships" xmlns:p="http://schemas.openxmlformats.org/presentationml/2006/main">
  <p:tag name="COLORS" val="-2;-2;-2;-2;-2;-2"/>
  <p:tag name="COLORSETCLASSNAME" val="ColorSet1"/>
  <p:tag name="MLI" val="1"/>
  <p:tag name="SHAPESETGROUPCLASSNAME" val="ShapeSetGroup2"/>
  <p:tag name="SHAPESETCLASSNAME" val="FORMCOLORTEXT01"/>
  <p:tag name="COLORSETGROUPCLASSNAME" val="ColorSetGroupLight"/>
  <p:tag name="FONTSETGROUPCLASSNAME" val="FontSetGroup1"/>
  <p:tag name="SHAPECLASSNAME" val="PhilipsLogoSlide"/>
  <p:tag name="SHAPECLASSFILE" val="PHGMCWORDMARK2008$C.emf"/>
  <p:tag name="SHAPECLASSPROTECTIONTYPE" val="31"/>
</p:tagLst>
</file>

<file path=ppt/tags/tag7.xml><?xml version="1.0" encoding="utf-8"?>
<p:tagLst xmlns:a="http://schemas.openxmlformats.org/drawingml/2006/main" xmlns:r="http://schemas.openxmlformats.org/officeDocument/2006/relationships" xmlns:p="http://schemas.openxmlformats.org/presentationml/2006/main">
  <p:tag name="COLORS" val="-2;-2;-2;-2;-2;-2"/>
  <p:tag name="COLORSETCLASSNAME" val="ColorSet1"/>
  <p:tag name="MLI" val="1"/>
  <p:tag name="SHAPESETGROUPCLASSNAME" val="ShapeSetGroup2"/>
  <p:tag name="SHAPESETCLASSNAME" val="FORMCOLORTEXT01"/>
  <p:tag name="COLORSETGROUPCLASSNAME" val="ColorSetGroupLight"/>
  <p:tag name="FONTSETGROUPCLASSNAME" val="FontSetGroup1"/>
  <p:tag name="SHAPECLASSNAME" val="PhilipsLogoSlide"/>
  <p:tag name="SHAPECLASSFILE" val="PHGMCWORDMARK2008$C.emf"/>
  <p:tag name="SHAPECLASSPROTECTIONTYPE" val="31"/>
</p:tagLst>
</file>

<file path=ppt/tags/tag8.xml><?xml version="1.0" encoding="utf-8"?>
<p:tagLst xmlns:a="http://schemas.openxmlformats.org/drawingml/2006/main" xmlns:r="http://schemas.openxmlformats.org/officeDocument/2006/relationships" xmlns:p="http://schemas.openxmlformats.org/presentationml/2006/main">
  <p:tag name="COLORS" val="-2;-2;-2;-2;-2;-2"/>
  <p:tag name="COLORSETCLASSNAME" val="ColorSet1"/>
  <p:tag name="MLI" val="1"/>
  <p:tag name="SHAPESETGROUPCLASSNAME" val="ShapeSetGroup2"/>
  <p:tag name="SHAPESETCLASSNAME" val="FORMCOLORTEXT01"/>
  <p:tag name="COLORSETGROUPCLASSNAME" val="ColorSetGroupLight"/>
  <p:tag name="FONTSETGROUPCLASSNAME" val="FontSetGroup1"/>
  <p:tag name="SHAPECLASSNAME" val="PhilipsLogoSlide"/>
  <p:tag name="SHAPECLASSFILE" val="PHGMCWORDMARK2008$C.emf"/>
  <p:tag name="SHAPECLASSPROTECTIONTYPE" val="31"/>
</p:tagLst>
</file>

<file path=ppt/tags/tag9.xml><?xml version="1.0" encoding="utf-8"?>
<p:tagLst xmlns:a="http://schemas.openxmlformats.org/drawingml/2006/main" xmlns:r="http://schemas.openxmlformats.org/officeDocument/2006/relationships" xmlns:p="http://schemas.openxmlformats.org/presentationml/2006/main">
  <p:tag name="COLORS" val="-2;-2;-2;-2;-2;-2"/>
  <p:tag name="COLORSETCLASSNAME" val="ColorSet1"/>
  <p:tag name="MLI" val="1"/>
  <p:tag name="SHAPESETGROUPCLASSNAME" val="ShapeSetGroup2"/>
  <p:tag name="SHAPESETCLASSNAME" val="FORMCOLORTEXT01"/>
  <p:tag name="COLORSETGROUPCLASSNAME" val="ColorSetGroupLight"/>
  <p:tag name="FONTSETGROUPCLASSNAME" val="FontSetGroup1"/>
  <p:tag name="SHAPECLASSNAME" val="PhilipsLogoSlide"/>
  <p:tag name="SHAPECLASSFILE" val="PHGMCWORDMARK2008$C.emf"/>
  <p:tag name="SHAPECLASSPROTECTIONTYPE" val="31"/>
</p:tagLst>
</file>

<file path=ppt/tags/tag10.xml><?xml version="1.0" encoding="utf-8"?>
<p:tagLst xmlns:a="http://schemas.openxmlformats.org/drawingml/2006/main" xmlns:r="http://schemas.openxmlformats.org/officeDocument/2006/relationships" xmlns:p="http://schemas.openxmlformats.org/presentationml/2006/main">
  <p:tag name="SHAPECLASSNAME" val="CustFormEnd001Rectangle"/>
</p:tagLst>
</file>

<file path=ppt/theme/theme1.xml><?xml version="1.0" encoding="utf-8"?>
<a:theme xmlns:a="http://schemas.openxmlformats.org/drawingml/2006/main" name="philips_internal_documentation_template_nov13">
  <a:themeElements>
    <a:clrScheme name="PhCST">
      <a:dk1>
        <a:srgbClr val="000000"/>
      </a:dk1>
      <a:lt1>
        <a:srgbClr val="FFFFFF"/>
      </a:lt1>
      <a:dk2>
        <a:srgbClr val="000000"/>
      </a:dk2>
      <a:lt2>
        <a:srgbClr val="CCCEDB"/>
      </a:lt2>
      <a:accent1>
        <a:srgbClr val="0089C4"/>
      </a:accent1>
      <a:accent2>
        <a:srgbClr val="1E9D8B"/>
      </a:accent2>
      <a:accent3>
        <a:srgbClr val="5B8F22"/>
      </a:accent3>
      <a:accent4>
        <a:srgbClr val="E98300"/>
      </a:accent4>
      <a:accent5>
        <a:srgbClr val="CD202C"/>
      </a:accent5>
      <a:accent6>
        <a:srgbClr val="7D0063"/>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xmlns="" name="philips_internal_documentation_template_nov13.pptx" id="{DE36B277-C83F-4A85-9819-A77CE0CA1F6F}" vid="{FCDF7755-76C1-4ABB-A274-22B823C3C88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philips_internal_documentation_template_nov13</Template>
  <TotalTime>1122</TotalTime>
  <Words>1017</Words>
  <Application>Microsoft Office PowerPoint</Application>
  <PresentationFormat>On-screen Show (4:3)</PresentationFormat>
  <Paragraphs>112</Paragraphs>
  <Slides>26</Slides>
  <Notes>9</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26</vt:i4>
      </vt:variant>
    </vt:vector>
  </HeadingPairs>
  <TitlesOfParts>
    <vt:vector size="28" baseType="lpstr">
      <vt:lpstr>philips_internal_documentation_template_nov13</vt:lpstr>
      <vt:lpstr>Worksheet</vt:lpstr>
      <vt:lpstr>PowerPoint Presentation</vt:lpstr>
      <vt:lpstr>PowerPoint Presentation</vt:lpstr>
      <vt:lpstr>Introduction</vt:lpstr>
      <vt:lpstr>Smartphone monitoring and training approaches</vt:lpstr>
      <vt:lpstr>Smartphone monitoring and training approaches</vt:lpstr>
      <vt:lpstr>New insights in COPD</vt:lpstr>
      <vt:lpstr>New insights in COPD</vt:lpstr>
      <vt:lpstr>New monitoring solutions</vt:lpstr>
      <vt:lpstr>PowerPoint Presentation</vt:lpstr>
      <vt:lpstr>Actions to take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Philips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Brinker, Bert den</dc:creator>
  <dc:description>Version 6.4 - 1.0</dc:description>
  <cp:lastModifiedBy>Gabriele</cp:lastModifiedBy>
  <cp:revision>123</cp:revision>
  <dcterms:created xsi:type="dcterms:W3CDTF">2013-12-17T10:24:36Z</dcterms:created>
  <dcterms:modified xsi:type="dcterms:W3CDTF">2015-02-11T08:56:33Z</dcterms:modified>
</cp:coreProperties>
</file>