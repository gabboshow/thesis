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944" y="-4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467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418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305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34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128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324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297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173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907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093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409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F2DC5-ACDF-4280-A417-6097FD5F2BD3}" type="datetimeFigureOut">
              <a:rPr lang="it-IT" smtClean="0"/>
              <a:t>23/02/2016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D63F7-66F0-4BDB-8F2C-14A5F7D767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510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690" y="4076700"/>
            <a:ext cx="106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343" y="4038600"/>
            <a:ext cx="838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318" y="4043363"/>
            <a:ext cx="83820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986" y="1493292"/>
            <a:ext cx="14001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700" y="1464717"/>
            <a:ext cx="16192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543" y="1569492"/>
            <a:ext cx="130492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-1049307" y="7173424"/>
            <a:ext cx="13038131" cy="2123440"/>
            <a:chOff x="4441015" y="4601954"/>
            <a:chExt cx="6036172" cy="983074"/>
          </a:xfrm>
        </p:grpSpPr>
        <p:pic>
          <p:nvPicPr>
            <p:cNvPr id="57" name="Picture 13" descr="C:\Users\310153563\Documents\GitHub\COPDBodyMedia_2nd_analysis\COPDBodyMedia2_paper\IEEEtran_windows_philips_review\figure\eps\figure_4_1_copd_weekday_gly.eps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1015" y="4601954"/>
              <a:ext cx="5823185" cy="983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Rectangle 57"/>
            <p:cNvSpPr/>
            <p:nvPr/>
          </p:nvSpPr>
          <p:spPr>
            <a:xfrm>
              <a:off x="9310391" y="4601954"/>
              <a:ext cx="1166796" cy="963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626974" y="116635"/>
            <a:ext cx="76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Day 1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037445" y="116633"/>
            <a:ext cx="76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Day 3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444986" y="116631"/>
            <a:ext cx="1178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Summary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3949907" y="1660861"/>
            <a:ext cx="388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…</a:t>
            </a: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2196276" y="2928132"/>
            <a:ext cx="6692488" cy="83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Oval 16"/>
          <p:cNvSpPr/>
          <p:nvPr/>
        </p:nvSpPr>
        <p:spPr>
          <a:xfrm>
            <a:off x="2031684" y="1075763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Oval 17"/>
          <p:cNvSpPr/>
          <p:nvPr/>
        </p:nvSpPr>
        <p:spPr>
          <a:xfrm>
            <a:off x="4469810" y="1075763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Oval 18"/>
          <p:cNvSpPr/>
          <p:nvPr/>
        </p:nvSpPr>
        <p:spPr>
          <a:xfrm>
            <a:off x="7221922" y="1075763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TextBox 19"/>
          <p:cNvSpPr txBox="1"/>
          <p:nvPr/>
        </p:nvSpPr>
        <p:spPr>
          <a:xfrm>
            <a:off x="1867092" y="727403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2040087" y="272824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4354829" y="746579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446448" y="2728077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134036" y="746577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7198560" y="274085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26" name="Oval 25"/>
          <p:cNvSpPr/>
          <p:nvPr/>
        </p:nvSpPr>
        <p:spPr>
          <a:xfrm>
            <a:off x="2031684" y="4055499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Oval 26"/>
          <p:cNvSpPr/>
          <p:nvPr/>
        </p:nvSpPr>
        <p:spPr>
          <a:xfrm>
            <a:off x="4469810" y="4055499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Oval 27"/>
          <p:cNvSpPr/>
          <p:nvPr/>
        </p:nvSpPr>
        <p:spPr>
          <a:xfrm>
            <a:off x="7221922" y="4055499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-695307" y="4857781"/>
            <a:ext cx="5141755" cy="2386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7" idx="6"/>
          </p:cNvCxnSpPr>
          <p:nvPr/>
        </p:nvCxnSpPr>
        <p:spPr>
          <a:xfrm>
            <a:off x="6311076" y="4856044"/>
            <a:ext cx="2951612" cy="23883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58434" y="7173416"/>
            <a:ext cx="1305653" cy="18731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-1049307" y="9310140"/>
            <a:ext cx="1031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What did you do around lunch time? Please minimize this behavior</a:t>
            </a:r>
            <a:endParaRPr lang="en-US" sz="2000" dirty="0"/>
          </a:p>
        </p:txBody>
      </p:sp>
      <p:sp>
        <p:nvSpPr>
          <p:cNvPr id="59" name="TextBox 58"/>
          <p:cNvSpPr txBox="1"/>
          <p:nvPr/>
        </p:nvSpPr>
        <p:spPr>
          <a:xfrm>
            <a:off x="106743" y="1687932"/>
            <a:ext cx="172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Healthy subject</a:t>
            </a:r>
            <a:endParaRPr lang="it-IT" dirty="0"/>
          </a:p>
        </p:txBody>
      </p:sp>
      <p:sp>
        <p:nvSpPr>
          <p:cNvPr id="60" name="TextBox 59"/>
          <p:cNvSpPr txBox="1"/>
          <p:nvPr/>
        </p:nvSpPr>
        <p:spPr>
          <a:xfrm>
            <a:off x="140498" y="4613066"/>
            <a:ext cx="1656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COPD patient</a:t>
            </a:r>
            <a:endParaRPr lang="it-IT" dirty="0"/>
          </a:p>
        </p:txBody>
      </p:sp>
      <p:sp>
        <p:nvSpPr>
          <p:cNvPr id="62" name="TextBox 61"/>
          <p:cNvSpPr txBox="1"/>
          <p:nvPr/>
        </p:nvSpPr>
        <p:spPr>
          <a:xfrm>
            <a:off x="6585820" y="1660862"/>
            <a:ext cx="388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…</a:t>
            </a:r>
            <a:endParaRPr lang="en-US" sz="2200" dirty="0"/>
          </a:p>
        </p:txBody>
      </p:sp>
      <p:sp>
        <p:nvSpPr>
          <p:cNvPr id="65" name="TextBox 64"/>
          <p:cNvSpPr txBox="1"/>
          <p:nvPr/>
        </p:nvSpPr>
        <p:spPr>
          <a:xfrm>
            <a:off x="1867092" y="3532927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66" name="TextBox 65"/>
          <p:cNvSpPr txBox="1"/>
          <p:nvPr/>
        </p:nvSpPr>
        <p:spPr>
          <a:xfrm>
            <a:off x="2040087" y="560856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4354829" y="3552103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68" name="TextBox 67"/>
          <p:cNvSpPr txBox="1"/>
          <p:nvPr/>
        </p:nvSpPr>
        <p:spPr>
          <a:xfrm>
            <a:off x="4446448" y="5608397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69" name="TextBox 68"/>
          <p:cNvSpPr txBox="1"/>
          <p:nvPr/>
        </p:nvSpPr>
        <p:spPr>
          <a:xfrm>
            <a:off x="7134036" y="3552101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70" name="TextBox 69"/>
          <p:cNvSpPr txBox="1"/>
          <p:nvPr/>
        </p:nvSpPr>
        <p:spPr>
          <a:xfrm>
            <a:off x="7198560" y="562117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3945430" y="4582288"/>
            <a:ext cx="388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…</a:t>
            </a:r>
            <a:endParaRPr lang="en-US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6581343" y="4582289"/>
            <a:ext cx="388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…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99786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grpSp>
        <p:nvGrpSpPr>
          <p:cNvPr id="4" name="Group 3"/>
          <p:cNvGrpSpPr/>
          <p:nvPr/>
        </p:nvGrpSpPr>
        <p:grpSpPr>
          <a:xfrm>
            <a:off x="-1049307" y="8246341"/>
            <a:ext cx="13038131" cy="2123440"/>
            <a:chOff x="4441015" y="4601954"/>
            <a:chExt cx="6036172" cy="983074"/>
          </a:xfrm>
        </p:grpSpPr>
        <p:pic>
          <p:nvPicPr>
            <p:cNvPr id="5" name="Picture 13" descr="C:\Users\310153563\Documents\GitHub\COPDBodyMedia_2nd_analysis\COPDBodyMedia2_paper\IEEEtran_windows_philips_review\figure\eps\figure_4_1_copd_weekday_gly.ep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1015" y="4601954"/>
              <a:ext cx="5823185" cy="983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9310391" y="4601954"/>
              <a:ext cx="1166796" cy="963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979819" y="1286658"/>
            <a:ext cx="6908948" cy="3510496"/>
            <a:chOff x="5843387" y="2137974"/>
            <a:chExt cx="3198587" cy="1625229"/>
          </a:xfrm>
        </p:grpSpPr>
        <p:grpSp>
          <p:nvGrpSpPr>
            <p:cNvPr id="8" name="Group 7"/>
            <p:cNvGrpSpPr/>
            <p:nvPr/>
          </p:nvGrpSpPr>
          <p:grpSpPr>
            <a:xfrm>
              <a:off x="5943600" y="2137974"/>
              <a:ext cx="3072706" cy="1625229"/>
              <a:chOff x="4800600" y="1666539"/>
              <a:chExt cx="4215706" cy="2139093"/>
            </a:xfrm>
          </p:grpSpPr>
          <p:pic>
            <p:nvPicPr>
              <p:cNvPr id="12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0600" y="1666539"/>
                <a:ext cx="1032041" cy="18758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5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84262" y="1686886"/>
                <a:ext cx="1126878" cy="2074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6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01000" y="1700608"/>
                <a:ext cx="1015306" cy="21050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Rectangle 8"/>
            <p:cNvSpPr/>
            <p:nvPr/>
          </p:nvSpPr>
          <p:spPr>
            <a:xfrm>
              <a:off x="5843387" y="2616024"/>
              <a:ext cx="790421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134379" y="2667000"/>
              <a:ext cx="790421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51553" y="2667000"/>
              <a:ext cx="790421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626974" y="116635"/>
            <a:ext cx="76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Day 1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037445" y="116633"/>
            <a:ext cx="76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Day 3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7444986" y="116631"/>
            <a:ext cx="1178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Summary</a:t>
            </a:r>
            <a:endParaRPr lang="en-US" sz="2000" dirty="0"/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279" y="2204864"/>
            <a:ext cx="1624806" cy="3078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100" y="2184144"/>
            <a:ext cx="1774114" cy="340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865" y="2132856"/>
            <a:ext cx="1598459" cy="3454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3949907" y="1660861"/>
            <a:ext cx="388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…</a:t>
            </a:r>
            <a:endParaRPr lang="en-US" sz="2000" dirty="0"/>
          </a:p>
        </p:txBody>
      </p:sp>
      <p:sp>
        <p:nvSpPr>
          <p:cNvPr id="22" name="Rectangle 21"/>
          <p:cNvSpPr/>
          <p:nvPr/>
        </p:nvSpPr>
        <p:spPr>
          <a:xfrm>
            <a:off x="2196276" y="2928132"/>
            <a:ext cx="6692488" cy="838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TextBox 22"/>
          <p:cNvSpPr txBox="1"/>
          <p:nvPr/>
        </p:nvSpPr>
        <p:spPr>
          <a:xfrm>
            <a:off x="3751500" y="4610645"/>
            <a:ext cx="776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…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357778" y="4610645"/>
            <a:ext cx="776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…</a:t>
            </a:r>
            <a:endParaRPr lang="en-US" sz="2000" dirty="0"/>
          </a:p>
        </p:txBody>
      </p:sp>
      <p:sp>
        <p:nvSpPr>
          <p:cNvPr id="25" name="Oval 24"/>
          <p:cNvSpPr/>
          <p:nvPr/>
        </p:nvSpPr>
        <p:spPr>
          <a:xfrm>
            <a:off x="2031684" y="1075763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Oval 26"/>
          <p:cNvSpPr/>
          <p:nvPr/>
        </p:nvSpPr>
        <p:spPr>
          <a:xfrm>
            <a:off x="7221922" y="1075763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TextBox 27"/>
          <p:cNvSpPr txBox="1"/>
          <p:nvPr/>
        </p:nvSpPr>
        <p:spPr>
          <a:xfrm>
            <a:off x="1867092" y="727403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2040087" y="272824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4354829" y="746579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4446448" y="2728077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7134036" y="746577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7198560" y="274085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34" name="Oval 33"/>
          <p:cNvSpPr/>
          <p:nvPr/>
        </p:nvSpPr>
        <p:spPr>
          <a:xfrm>
            <a:off x="2031684" y="4055499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5" name="Oval 34"/>
          <p:cNvSpPr/>
          <p:nvPr/>
        </p:nvSpPr>
        <p:spPr>
          <a:xfrm>
            <a:off x="4469810" y="4055499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6" name="Oval 35"/>
          <p:cNvSpPr/>
          <p:nvPr/>
        </p:nvSpPr>
        <p:spPr>
          <a:xfrm>
            <a:off x="7221922" y="4055499"/>
            <a:ext cx="1841266" cy="1601090"/>
          </a:xfrm>
          <a:prstGeom prst="ellipse">
            <a:avLst/>
          </a:prstGeom>
          <a:noFill/>
          <a:ln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74000">
                  <a:srgbClr val="3366FF"/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-684585" y="5959644"/>
            <a:ext cx="5141755" cy="2386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5" idx="6"/>
          </p:cNvCxnSpPr>
          <p:nvPr/>
        </p:nvCxnSpPr>
        <p:spPr>
          <a:xfrm>
            <a:off x="6311076" y="4856045"/>
            <a:ext cx="2951612" cy="2717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058434" y="8246333"/>
            <a:ext cx="1305653" cy="18731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TextBox 39"/>
          <p:cNvSpPr txBox="1"/>
          <p:nvPr/>
        </p:nvSpPr>
        <p:spPr>
          <a:xfrm>
            <a:off x="1413791" y="10383057"/>
            <a:ext cx="5840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What did you do around lunch time? Please minimize this behavior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6743" y="1687932"/>
            <a:ext cx="172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Healthy subject</a:t>
            </a:r>
            <a:endParaRPr lang="it-IT" dirty="0"/>
          </a:p>
        </p:txBody>
      </p:sp>
      <p:sp>
        <p:nvSpPr>
          <p:cNvPr id="42" name="TextBox 41"/>
          <p:cNvSpPr txBox="1"/>
          <p:nvPr/>
        </p:nvSpPr>
        <p:spPr>
          <a:xfrm>
            <a:off x="140498" y="5590312"/>
            <a:ext cx="1656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COPD patient</a:t>
            </a:r>
            <a:endParaRPr lang="it-IT" dirty="0"/>
          </a:p>
        </p:txBody>
      </p:sp>
      <p:sp>
        <p:nvSpPr>
          <p:cNvPr id="43" name="TextBox 42"/>
          <p:cNvSpPr txBox="1"/>
          <p:nvPr/>
        </p:nvSpPr>
        <p:spPr>
          <a:xfrm>
            <a:off x="6585820" y="1660862"/>
            <a:ext cx="388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…</a:t>
            </a:r>
            <a:endParaRPr lang="en-US" sz="2200" dirty="0"/>
          </a:p>
        </p:txBody>
      </p:sp>
      <p:sp>
        <p:nvSpPr>
          <p:cNvPr id="44" name="TextBox 43"/>
          <p:cNvSpPr txBox="1"/>
          <p:nvPr/>
        </p:nvSpPr>
        <p:spPr>
          <a:xfrm>
            <a:off x="1867092" y="3532927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45" name="TextBox 44"/>
          <p:cNvSpPr txBox="1"/>
          <p:nvPr/>
        </p:nvSpPr>
        <p:spPr>
          <a:xfrm>
            <a:off x="2040087" y="560856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4354829" y="3552103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47" name="TextBox 46"/>
          <p:cNvSpPr txBox="1"/>
          <p:nvPr/>
        </p:nvSpPr>
        <p:spPr>
          <a:xfrm>
            <a:off x="4446448" y="5608397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  <p:sp>
        <p:nvSpPr>
          <p:cNvPr id="48" name="TextBox 47"/>
          <p:cNvSpPr txBox="1"/>
          <p:nvPr/>
        </p:nvSpPr>
        <p:spPr>
          <a:xfrm>
            <a:off x="7134036" y="3552101"/>
            <a:ext cx="2128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Inactive routines</a:t>
            </a:r>
            <a:endParaRPr lang="en-US" sz="2000" dirty="0"/>
          </a:p>
        </p:txBody>
      </p:sp>
      <p:sp>
        <p:nvSpPr>
          <p:cNvPr id="49" name="TextBox 48"/>
          <p:cNvSpPr txBox="1"/>
          <p:nvPr/>
        </p:nvSpPr>
        <p:spPr>
          <a:xfrm>
            <a:off x="7198560" y="5621178"/>
            <a:ext cx="1887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Active routines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087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346199" y="304800"/>
            <a:ext cx="6567488" cy="4572000"/>
            <a:chOff x="1346200" y="762000"/>
            <a:chExt cx="6567488" cy="4572000"/>
          </a:xfrm>
        </p:grpSpPr>
        <p:pic>
          <p:nvPicPr>
            <p:cNvPr id="5" name="Picture 3" descr="vivious_cycl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2000" y="762000"/>
              <a:ext cx="5080000" cy="45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3638566" y="1441450"/>
              <a:ext cx="191988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it-IT" sz="1400" b="1" dirty="0"/>
                <a:t>Patients feel breathless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886075" y="2236788"/>
              <a:ext cx="3370263" cy="51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it-IT" sz="1400" b="1" dirty="0"/>
                <a:t>Patients avoid activities that make them breathless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543425" y="3346450"/>
              <a:ext cx="337026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it-IT" sz="1400" b="1" dirty="0"/>
                <a:t>Patients do less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346200" y="3244850"/>
              <a:ext cx="3370263" cy="51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it-IT" sz="1400" b="1" dirty="0"/>
                <a:t>Patients get more</a:t>
              </a:r>
            </a:p>
            <a:p>
              <a:pPr algn="ctr"/>
              <a:r>
                <a:rPr lang="en-US" altLang="it-IT" sz="1400" b="1" dirty="0"/>
                <a:t>breathless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901950" y="4311650"/>
              <a:ext cx="3370263" cy="51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it-IT" sz="1400" b="1"/>
                <a:t>Patients muscles become weaker and less efficient</a:t>
              </a:r>
            </a:p>
          </p:txBody>
        </p:sp>
      </p:grpSp>
      <p:sp>
        <p:nvSpPr>
          <p:cNvPr id="11" name="Sun 10"/>
          <p:cNvSpPr/>
          <p:nvPr/>
        </p:nvSpPr>
        <p:spPr>
          <a:xfrm>
            <a:off x="2686365" y="76201"/>
            <a:ext cx="3843465" cy="3443248"/>
          </a:xfrm>
          <a:prstGeom prst="sun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TextBox 26"/>
          <p:cNvSpPr txBox="1"/>
          <p:nvPr/>
        </p:nvSpPr>
        <p:spPr>
          <a:xfrm>
            <a:off x="3750276" y="4509120"/>
            <a:ext cx="171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Night symptoms</a:t>
            </a:r>
            <a:endParaRPr lang="it-IT" dirty="0"/>
          </a:p>
        </p:txBody>
      </p:sp>
      <p:sp>
        <p:nvSpPr>
          <p:cNvPr id="28" name="TextBox 27"/>
          <p:cNvSpPr txBox="1"/>
          <p:nvPr/>
        </p:nvSpPr>
        <p:spPr>
          <a:xfrm>
            <a:off x="2533507" y="5284440"/>
            <a:ext cx="4155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Patients suffer from sleep</a:t>
            </a:r>
          </a:p>
          <a:p>
            <a:pPr algn="ctr"/>
            <a:r>
              <a:rPr lang="it-IT" dirty="0" smtClean="0"/>
              <a:t>disturbances</a:t>
            </a:r>
            <a:endParaRPr lang="it-IT" dirty="0"/>
          </a:p>
        </p:txBody>
      </p:sp>
      <p:cxnSp>
        <p:nvCxnSpPr>
          <p:cNvPr id="29" name="Straight Arrow Connector 28"/>
          <p:cNvCxnSpPr>
            <a:stCxn id="27" idx="2"/>
            <a:endCxn id="28" idx="0"/>
          </p:cNvCxnSpPr>
          <p:nvPr/>
        </p:nvCxnSpPr>
        <p:spPr>
          <a:xfrm>
            <a:off x="4605671" y="4878452"/>
            <a:ext cx="5831" cy="4059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94004" y="7409641"/>
            <a:ext cx="4155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Progression </a:t>
            </a:r>
          </a:p>
          <a:p>
            <a:pPr algn="ctr"/>
            <a:r>
              <a:rPr lang="it-IT" dirty="0" smtClean="0"/>
              <a:t>disease</a:t>
            </a:r>
            <a:endParaRPr lang="it-IT" dirty="0"/>
          </a:p>
        </p:txBody>
      </p:sp>
      <p:cxnSp>
        <p:nvCxnSpPr>
          <p:cNvPr id="31" name="Curved Connector 30"/>
          <p:cNvCxnSpPr>
            <a:cxnSpLocks noChangeAspect="1"/>
          </p:cNvCxnSpPr>
          <p:nvPr/>
        </p:nvCxnSpPr>
        <p:spPr>
          <a:xfrm rot="10800000" flipH="1" flipV="1">
            <a:off x="5921880" y="5517232"/>
            <a:ext cx="694944" cy="76809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flipH="1">
            <a:off x="5724128" y="6354127"/>
            <a:ext cx="1847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Falls in</a:t>
            </a:r>
          </a:p>
          <a:p>
            <a:pPr algn="ctr"/>
            <a:r>
              <a:rPr lang="it-IT" dirty="0" smtClean="0"/>
              <a:t>FEV</a:t>
            </a:r>
            <a:r>
              <a:rPr lang="it-IT" sz="1050" dirty="0" smtClean="0"/>
              <a:t>1 </a:t>
            </a:r>
            <a:r>
              <a:rPr lang="it-IT" dirty="0"/>
              <a:t>and </a:t>
            </a:r>
            <a:r>
              <a:rPr lang="it-IT" dirty="0" smtClean="0"/>
              <a:t>FVC</a:t>
            </a:r>
            <a:endParaRPr lang="it-IT" dirty="0"/>
          </a:p>
        </p:txBody>
      </p:sp>
      <p:cxnSp>
        <p:nvCxnSpPr>
          <p:cNvPr id="34" name="Curved Connector 33"/>
          <p:cNvCxnSpPr>
            <a:cxnSpLocks noChangeAspect="1"/>
          </p:cNvCxnSpPr>
          <p:nvPr/>
        </p:nvCxnSpPr>
        <p:spPr>
          <a:xfrm rot="16200000" flipH="1" flipV="1">
            <a:off x="5885304" y="6989018"/>
            <a:ext cx="694944" cy="76809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cxnSpLocks noChangeAspect="1"/>
          </p:cNvCxnSpPr>
          <p:nvPr/>
        </p:nvCxnSpPr>
        <p:spPr>
          <a:xfrm flipH="1" flipV="1">
            <a:off x="2617730" y="7025593"/>
            <a:ext cx="694944" cy="76809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4062" y="6288868"/>
            <a:ext cx="1847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Patients get more</a:t>
            </a:r>
          </a:p>
          <a:p>
            <a:pPr algn="ctr"/>
            <a:r>
              <a:rPr lang="it-IT" dirty="0" smtClean="0"/>
              <a:t>night symptoms</a:t>
            </a:r>
            <a:endParaRPr lang="it-IT" dirty="0"/>
          </a:p>
        </p:txBody>
      </p:sp>
      <p:cxnSp>
        <p:nvCxnSpPr>
          <p:cNvPr id="38" name="Curved Connector 37"/>
          <p:cNvCxnSpPr>
            <a:cxnSpLocks noChangeAspect="1"/>
          </p:cNvCxnSpPr>
          <p:nvPr/>
        </p:nvCxnSpPr>
        <p:spPr>
          <a:xfrm rot="5400000" flipH="1" flipV="1">
            <a:off x="2622541" y="5480656"/>
            <a:ext cx="694944" cy="76809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/>
          <p:cNvCxnSpPr/>
          <p:nvPr/>
        </p:nvCxnSpPr>
        <p:spPr>
          <a:xfrm rot="5400000" flipH="1" flipV="1">
            <a:off x="914400" y="1936264"/>
            <a:ext cx="1737360" cy="1920240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/>
          <p:nvPr/>
        </p:nvCxnSpPr>
        <p:spPr>
          <a:xfrm rot="10800000" flipH="1" flipV="1">
            <a:off x="6568440" y="1844824"/>
            <a:ext cx="1737360" cy="1920240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/>
          <p:nvPr/>
        </p:nvCxnSpPr>
        <p:spPr>
          <a:xfrm rot="16200000" flipH="1" flipV="1">
            <a:off x="6492240" y="3544416"/>
            <a:ext cx="1737360" cy="1920240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/>
          <p:nvPr/>
        </p:nvCxnSpPr>
        <p:spPr>
          <a:xfrm flipH="1" flipV="1">
            <a:off x="838200" y="3573016"/>
            <a:ext cx="1737360" cy="1920240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Moon 43"/>
          <p:cNvSpPr/>
          <p:nvPr/>
        </p:nvSpPr>
        <p:spPr>
          <a:xfrm>
            <a:off x="3802984" y="4437112"/>
            <a:ext cx="1610226" cy="2585312"/>
          </a:xfrm>
          <a:prstGeom prst="moon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543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141</Words>
  <Application>Microsoft Office PowerPoint</Application>
  <PresentationFormat>On-screen Show (4:3)</PresentationFormat>
  <Paragraphs>59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</dc:creator>
  <cp:lastModifiedBy>Gabriele</cp:lastModifiedBy>
  <cp:revision>8</cp:revision>
  <dcterms:created xsi:type="dcterms:W3CDTF">2016-02-22T23:03:32Z</dcterms:created>
  <dcterms:modified xsi:type="dcterms:W3CDTF">2016-02-23T00:17:03Z</dcterms:modified>
</cp:coreProperties>
</file>