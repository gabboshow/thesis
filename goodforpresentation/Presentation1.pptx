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326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324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28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22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727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688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407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235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135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7537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913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748A6-6E63-41CA-B1E0-963DE6BF8ACB}" type="datetimeFigureOut">
              <a:rPr lang="it-IT" smtClean="0"/>
              <a:t>20/02/2016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A6486-384D-4F93-9D53-AAB81F9513B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650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180528" y="126471"/>
            <a:ext cx="9612204" cy="5426257"/>
            <a:chOff x="-180528" y="126471"/>
            <a:chExt cx="9612204" cy="5426257"/>
          </a:xfrm>
        </p:grpSpPr>
        <p:grpSp>
          <p:nvGrpSpPr>
            <p:cNvPr id="17" name="Group 16"/>
            <p:cNvGrpSpPr/>
            <p:nvPr/>
          </p:nvGrpSpPr>
          <p:grpSpPr>
            <a:xfrm>
              <a:off x="-180528" y="980728"/>
              <a:ext cx="9612204" cy="4572000"/>
              <a:chOff x="-180528" y="2583927"/>
              <a:chExt cx="9612204" cy="457200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-180528" y="2583927"/>
                <a:ext cx="9612204" cy="4572000"/>
                <a:chOff x="-180528" y="2231502"/>
                <a:chExt cx="9612204" cy="4572000"/>
              </a:xfrm>
            </p:grpSpPr>
            <p:grpSp>
              <p:nvGrpSpPr>
                <p:cNvPr id="20" name="Group 19"/>
                <p:cNvGrpSpPr/>
                <p:nvPr/>
              </p:nvGrpSpPr>
              <p:grpSpPr>
                <a:xfrm>
                  <a:off x="1346200" y="2231502"/>
                  <a:ext cx="6567488" cy="4572000"/>
                  <a:chOff x="1346200" y="762000"/>
                  <a:chExt cx="6567488" cy="4572000"/>
                </a:xfrm>
              </p:grpSpPr>
              <p:pic>
                <p:nvPicPr>
                  <p:cNvPr id="23" name="Picture 3" descr="vivious_cycle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32000" y="762000"/>
                    <a:ext cx="5080000" cy="4572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4" name="Text Box 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38566" y="1441450"/>
                    <a:ext cx="1919885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it-IT" sz="1400" b="1" dirty="0"/>
                      <a:t>Patients feel breathless</a:t>
                    </a:r>
                  </a:p>
                </p:txBody>
              </p:sp>
              <p:sp>
                <p:nvSpPr>
                  <p:cNvPr id="25" name="Text Box 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6075" y="2236788"/>
                    <a:ext cx="3370263" cy="51752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US" altLang="it-IT" sz="1400" b="1" dirty="0"/>
                      <a:t>Patients avoid activities that make them breathless</a:t>
                    </a:r>
                  </a:p>
                </p:txBody>
              </p:sp>
              <p:sp>
                <p:nvSpPr>
                  <p:cNvPr id="26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43425" y="3346450"/>
                    <a:ext cx="3370263" cy="3048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US" altLang="it-IT" sz="1400" b="1" dirty="0"/>
                      <a:t>Patients do less</a:t>
                    </a:r>
                  </a:p>
                </p:txBody>
              </p:sp>
              <p:sp>
                <p:nvSpPr>
                  <p:cNvPr id="27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46200" y="3244850"/>
                    <a:ext cx="3370263" cy="51752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US" altLang="it-IT" sz="1400" b="1" dirty="0"/>
                      <a:t>Patients get more</a:t>
                    </a:r>
                  </a:p>
                  <a:p>
                    <a:pPr algn="ctr"/>
                    <a:r>
                      <a:rPr lang="en-US" altLang="it-IT" sz="1400" b="1" dirty="0"/>
                      <a:t>breathless</a:t>
                    </a:r>
                  </a:p>
                </p:txBody>
              </p:sp>
              <p:sp>
                <p:nvSpPr>
                  <p:cNvPr id="28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01950" y="4311650"/>
                    <a:ext cx="3370263" cy="51752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US" altLang="it-IT" sz="1400" b="1"/>
                      <a:t>Patients muscles become weaker and less efficient</a:t>
                    </a:r>
                  </a:p>
                </p:txBody>
              </p:sp>
            </p:grpSp>
            <p:pic>
              <p:nvPicPr>
                <p:cNvPr id="21" name="Picture Placeholder 1" descr="1.jpg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4626" r="-14626"/>
                <a:stretch>
                  <a:fillRect/>
                </a:stretch>
              </p:blipFill>
              <p:spPr>
                <a:xfrm>
                  <a:off x="6805097" y="4249933"/>
                  <a:ext cx="2626579" cy="1436838"/>
                </a:xfrm>
                <a:prstGeom prst="rect">
                  <a:avLst/>
                </a:prstGeom>
              </p:spPr>
            </p:pic>
            <p:pic>
              <p:nvPicPr>
                <p:cNvPr id="22" name="Picture Placeholder 1" descr="2.jpg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4626" r="-14626"/>
                <a:stretch>
                  <a:fillRect/>
                </a:stretch>
              </p:blipFill>
              <p:spPr>
                <a:xfrm>
                  <a:off x="-180528" y="4248948"/>
                  <a:ext cx="2647591" cy="1448332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Placeholder 1" descr="7.jp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4626" r="-14626"/>
              <a:stretch>
                <a:fillRect/>
              </a:stretch>
            </p:blipFill>
            <p:spPr>
              <a:xfrm>
                <a:off x="6789560" y="4576240"/>
                <a:ext cx="2642115" cy="1473465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3429000" y="753253"/>
              <a:ext cx="2362200" cy="145528"/>
              <a:chOff x="3429000" y="2429135"/>
              <a:chExt cx="2362200" cy="145528"/>
            </a:xfrm>
          </p:grpSpPr>
          <p:sp>
            <p:nvSpPr>
              <p:cNvPr id="33" name="Right Arrow 32"/>
              <p:cNvSpPr/>
              <p:nvPr/>
            </p:nvSpPr>
            <p:spPr>
              <a:xfrm>
                <a:off x="3429000" y="2429136"/>
                <a:ext cx="381000" cy="145527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ight Arrow 30"/>
              <p:cNvSpPr/>
              <p:nvPr/>
            </p:nvSpPr>
            <p:spPr>
              <a:xfrm rot="10800000">
                <a:off x="5410200" y="2429135"/>
                <a:ext cx="381000" cy="145527"/>
              </a:xfrm>
              <a:prstGeom prst="righ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30" name="Picture 6" descr="File:Smoking AIGA symbol.sv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1066" y="126471"/>
              <a:ext cx="1741867" cy="13990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nquinamento Atmosferico, Fabbrica, Industria, Fum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2213" y="126472"/>
              <a:ext cx="1266954" cy="13990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4038747" y="533628"/>
              <a:ext cx="113806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3200" dirty="0" smtClean="0"/>
                <a:t>COPD</a:t>
              </a:r>
              <a:endParaRPr lang="it-IT" sz="3200" dirty="0"/>
            </a:p>
          </p:txBody>
        </p:sp>
        <p:sp>
          <p:nvSpPr>
            <p:cNvPr id="46" name="Right Arrow 45"/>
            <p:cNvSpPr/>
            <p:nvPr/>
          </p:nvSpPr>
          <p:spPr>
            <a:xfrm rot="5400000">
              <a:off x="4417281" y="1191978"/>
              <a:ext cx="381000" cy="243287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682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25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</dc:creator>
  <cp:lastModifiedBy>Gabriele</cp:lastModifiedBy>
  <cp:revision>3</cp:revision>
  <dcterms:created xsi:type="dcterms:W3CDTF">2016-02-20T09:19:13Z</dcterms:created>
  <dcterms:modified xsi:type="dcterms:W3CDTF">2016-02-20T11:36:22Z</dcterms:modified>
</cp:coreProperties>
</file>